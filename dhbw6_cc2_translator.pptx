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61" r:id="rId3"/>
    <p:sldId id="259" r:id="rId4"/>
    <p:sldId id="265" r:id="rId5"/>
    <p:sldId id="266" r:id="rId6"/>
    <p:sldId id="267" r:id="rId7"/>
    <p:sldId id="260" r:id="rId8"/>
    <p:sldId id="262" r:id="rId9"/>
    <p:sldId id="263" r:id="rId10"/>
    <p:sldId id="264" r:id="rId11"/>
    <p:sldId id="258" r:id="rId12"/>
    <p:sldId id="26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7FA0"/>
    <a:srgbClr val="DC9A8E"/>
    <a:srgbClr val="CDCF85"/>
    <a:srgbClr val="82C17C"/>
    <a:srgbClr val="76B1A6"/>
    <a:srgbClr val="806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82"/>
    <p:restoredTop sz="76546"/>
  </p:normalViewPr>
  <p:slideViewPr>
    <p:cSldViewPr snapToGrid="0">
      <p:cViewPr>
        <p:scale>
          <a:sx n="88" d="100"/>
          <a:sy n="88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083E0F-708A-4FB2-A99F-D5AF11D9F76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140B53A-397B-41C2-8387-776A2B71A2AD}">
      <dgm:prSet/>
      <dgm:spPr/>
      <dgm:t>
        <a:bodyPr/>
        <a:lstStyle/>
        <a:p>
          <a:r>
            <a:rPr lang="de-DE"/>
            <a:t>Architektur</a:t>
          </a:r>
          <a:endParaRPr lang="en-US"/>
        </a:p>
      </dgm:t>
    </dgm:pt>
    <dgm:pt modelId="{6CB63217-C410-48E0-B96B-F0A0145FFE40}" type="parTrans" cxnId="{939F2997-A11D-4511-AD21-BAEF6ADA7BF2}">
      <dgm:prSet/>
      <dgm:spPr/>
      <dgm:t>
        <a:bodyPr/>
        <a:lstStyle/>
        <a:p>
          <a:endParaRPr lang="en-US"/>
        </a:p>
      </dgm:t>
    </dgm:pt>
    <dgm:pt modelId="{1FF0E872-5040-4DE8-8E68-E1CCE9BDB386}" type="sibTrans" cxnId="{939F2997-A11D-4511-AD21-BAEF6ADA7BF2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3FE93D0D-1549-4D94-A00A-B29EFBE192DF}">
      <dgm:prSet/>
      <dgm:spPr/>
      <dgm:t>
        <a:bodyPr/>
        <a:lstStyle/>
        <a:p>
          <a:r>
            <a:rPr lang="en-US" dirty="0"/>
            <a:t>Deployment</a:t>
          </a:r>
        </a:p>
      </dgm:t>
    </dgm:pt>
    <dgm:pt modelId="{1B196C70-B32E-4217-8184-07611F91E4A0}" type="parTrans" cxnId="{3F155CEF-12A9-493E-A6F5-BD69B9443F28}">
      <dgm:prSet/>
      <dgm:spPr/>
      <dgm:t>
        <a:bodyPr/>
        <a:lstStyle/>
        <a:p>
          <a:endParaRPr lang="en-US"/>
        </a:p>
      </dgm:t>
    </dgm:pt>
    <dgm:pt modelId="{909D7155-261D-4935-B1DC-A545B215957F}" type="sibTrans" cxnId="{3F155CEF-12A9-493E-A6F5-BD69B9443F2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94B4367-DB93-48BC-8E61-F8F303C6F80C}">
      <dgm:prSet/>
      <dgm:spPr/>
      <dgm:t>
        <a:bodyPr/>
        <a:lstStyle/>
        <a:p>
          <a:r>
            <a:rPr lang="de-DE" dirty="0"/>
            <a:t>Webanwendung</a:t>
          </a:r>
          <a:endParaRPr lang="en-US" dirty="0"/>
        </a:p>
      </dgm:t>
    </dgm:pt>
    <dgm:pt modelId="{C00CE6A5-4138-4C5A-98C3-5B03A647BBDF}" type="parTrans" cxnId="{852F2FA4-6C64-4C6B-8B14-7DD2BA930F96}">
      <dgm:prSet/>
      <dgm:spPr/>
      <dgm:t>
        <a:bodyPr/>
        <a:lstStyle/>
        <a:p>
          <a:endParaRPr lang="en-US"/>
        </a:p>
      </dgm:t>
    </dgm:pt>
    <dgm:pt modelId="{AA2E7C1C-6A75-472D-885B-694FDBBC7196}" type="sibTrans" cxnId="{852F2FA4-6C64-4C6B-8B14-7DD2BA930F96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F798F09-0548-42E0-8DB1-B52C3A82D603}">
      <dgm:prSet/>
      <dgm:spPr/>
      <dgm:t>
        <a:bodyPr/>
        <a:lstStyle/>
        <a:p>
          <a:r>
            <a:rPr lang="en-US" dirty="0"/>
            <a:t>Docker</a:t>
          </a:r>
        </a:p>
      </dgm:t>
    </dgm:pt>
    <dgm:pt modelId="{E17D4210-CAC9-4B1F-8CBC-FF6BF66C9DE7}" type="parTrans" cxnId="{06456CC7-C903-4DD9-9F0D-28A2FEB1CAF2}">
      <dgm:prSet/>
      <dgm:spPr/>
      <dgm:t>
        <a:bodyPr/>
        <a:lstStyle/>
        <a:p>
          <a:endParaRPr lang="en-US"/>
        </a:p>
      </dgm:t>
    </dgm:pt>
    <dgm:pt modelId="{494EA892-74B6-438E-B6A1-777D55375E9B}" type="sibTrans" cxnId="{06456CC7-C903-4DD9-9F0D-28A2FEB1CAF2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4B726C4-9950-48B1-A5EC-038451BE2C3A}">
      <dgm:prSet/>
      <dgm:spPr/>
      <dgm:t>
        <a:bodyPr/>
        <a:lstStyle/>
        <a:p>
          <a:r>
            <a:rPr lang="de-DE"/>
            <a:t>Live-Demo</a:t>
          </a:r>
          <a:endParaRPr lang="en-US"/>
        </a:p>
      </dgm:t>
    </dgm:pt>
    <dgm:pt modelId="{482F8ED3-4FB3-4B7A-A874-3F6B16F11CDD}" type="parTrans" cxnId="{D0507FB2-097E-4B66-8084-2A2808AE6356}">
      <dgm:prSet/>
      <dgm:spPr/>
      <dgm:t>
        <a:bodyPr/>
        <a:lstStyle/>
        <a:p>
          <a:endParaRPr lang="en-US"/>
        </a:p>
      </dgm:t>
    </dgm:pt>
    <dgm:pt modelId="{D2CDF5EE-093A-4958-BE09-8E5736F99392}" type="sibTrans" cxnId="{D0507FB2-097E-4B66-8084-2A2808AE6356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1AAA26BE-2C99-47E9-B123-D407CFA2DEA3}">
      <dgm:prSet/>
      <dgm:spPr/>
      <dgm:t>
        <a:bodyPr/>
        <a:lstStyle/>
        <a:p>
          <a:r>
            <a:rPr lang="de-DE"/>
            <a:t>Fazit und Ausblick</a:t>
          </a:r>
          <a:endParaRPr lang="en-US"/>
        </a:p>
      </dgm:t>
    </dgm:pt>
    <dgm:pt modelId="{2E5C8E4C-8982-42E6-B80A-6C2EE4521C51}" type="parTrans" cxnId="{A2CFEEA2-F452-4519-BB71-85D880A464C9}">
      <dgm:prSet/>
      <dgm:spPr/>
      <dgm:t>
        <a:bodyPr/>
        <a:lstStyle/>
        <a:p>
          <a:endParaRPr lang="en-US"/>
        </a:p>
      </dgm:t>
    </dgm:pt>
    <dgm:pt modelId="{609D0B75-5803-4986-9E60-D3DAEF0D153B}" type="sibTrans" cxnId="{A2CFEEA2-F452-4519-BB71-85D880A464C9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5A045D41-7969-7F41-B625-D23F16597B3F}" type="pres">
      <dgm:prSet presAssocID="{14083E0F-708A-4FB2-A99F-D5AF11D9F76E}" presName="Name0" presStyleCnt="0">
        <dgm:presLayoutVars>
          <dgm:animLvl val="lvl"/>
          <dgm:resizeHandles val="exact"/>
        </dgm:presLayoutVars>
      </dgm:prSet>
      <dgm:spPr/>
    </dgm:pt>
    <dgm:pt modelId="{08DA9AA0-A75D-9C4B-BFEF-E894E4F81D62}" type="pres">
      <dgm:prSet presAssocID="{D140B53A-397B-41C2-8387-776A2B71A2AD}" presName="compositeNode" presStyleCnt="0">
        <dgm:presLayoutVars>
          <dgm:bulletEnabled val="1"/>
        </dgm:presLayoutVars>
      </dgm:prSet>
      <dgm:spPr/>
    </dgm:pt>
    <dgm:pt modelId="{600F89DB-0EC3-EA42-88D7-39811B05EF15}" type="pres">
      <dgm:prSet presAssocID="{D140B53A-397B-41C2-8387-776A2B71A2AD}" presName="bgRect" presStyleLbl="alignNode1" presStyleIdx="0" presStyleCnt="6"/>
      <dgm:spPr/>
    </dgm:pt>
    <dgm:pt modelId="{3CDE4C3C-EC86-2041-8E30-A3AA0E6FA6B2}" type="pres">
      <dgm:prSet presAssocID="{1FF0E872-5040-4DE8-8E68-E1CCE9BDB386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EDE88799-AD2B-014E-AF50-8C7947D98BDB}" type="pres">
      <dgm:prSet presAssocID="{D140B53A-397B-41C2-8387-776A2B71A2AD}" presName="nodeRect" presStyleLbl="alignNode1" presStyleIdx="0" presStyleCnt="6">
        <dgm:presLayoutVars>
          <dgm:bulletEnabled val="1"/>
        </dgm:presLayoutVars>
      </dgm:prSet>
      <dgm:spPr/>
    </dgm:pt>
    <dgm:pt modelId="{C053DE44-4DF8-1E43-8E1A-155C8B6B4BDD}" type="pres">
      <dgm:prSet presAssocID="{1FF0E872-5040-4DE8-8E68-E1CCE9BDB386}" presName="sibTrans" presStyleCnt="0"/>
      <dgm:spPr/>
    </dgm:pt>
    <dgm:pt modelId="{CD50DB7B-8108-1E48-B306-43CE89D752A4}" type="pres">
      <dgm:prSet presAssocID="{3FE93D0D-1549-4D94-A00A-B29EFBE192DF}" presName="compositeNode" presStyleCnt="0">
        <dgm:presLayoutVars>
          <dgm:bulletEnabled val="1"/>
        </dgm:presLayoutVars>
      </dgm:prSet>
      <dgm:spPr/>
    </dgm:pt>
    <dgm:pt modelId="{7FBC7780-D57F-4749-8225-5EF81EE4EE10}" type="pres">
      <dgm:prSet presAssocID="{3FE93D0D-1549-4D94-A00A-B29EFBE192DF}" presName="bgRect" presStyleLbl="alignNode1" presStyleIdx="1" presStyleCnt="6"/>
      <dgm:spPr/>
    </dgm:pt>
    <dgm:pt modelId="{35FD9E4D-97E0-4B49-B6DB-3929A95E69AC}" type="pres">
      <dgm:prSet presAssocID="{909D7155-261D-4935-B1DC-A545B215957F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178CF086-AE0F-0244-8D1B-E52A31FFAD7F}" type="pres">
      <dgm:prSet presAssocID="{3FE93D0D-1549-4D94-A00A-B29EFBE192DF}" presName="nodeRect" presStyleLbl="alignNode1" presStyleIdx="1" presStyleCnt="6">
        <dgm:presLayoutVars>
          <dgm:bulletEnabled val="1"/>
        </dgm:presLayoutVars>
      </dgm:prSet>
      <dgm:spPr/>
    </dgm:pt>
    <dgm:pt modelId="{CD05269B-97F9-A544-8AB4-C175CCDC1A5F}" type="pres">
      <dgm:prSet presAssocID="{909D7155-261D-4935-B1DC-A545B215957F}" presName="sibTrans" presStyleCnt="0"/>
      <dgm:spPr/>
    </dgm:pt>
    <dgm:pt modelId="{400F2D8F-A60E-B142-9EAC-D29DFF5F3C94}" type="pres">
      <dgm:prSet presAssocID="{494B4367-DB93-48BC-8E61-F8F303C6F80C}" presName="compositeNode" presStyleCnt="0">
        <dgm:presLayoutVars>
          <dgm:bulletEnabled val="1"/>
        </dgm:presLayoutVars>
      </dgm:prSet>
      <dgm:spPr/>
    </dgm:pt>
    <dgm:pt modelId="{6F759148-FED0-BA42-A3E8-7FE4DCF3749F}" type="pres">
      <dgm:prSet presAssocID="{494B4367-DB93-48BC-8E61-F8F303C6F80C}" presName="bgRect" presStyleLbl="alignNode1" presStyleIdx="2" presStyleCnt="6"/>
      <dgm:spPr/>
    </dgm:pt>
    <dgm:pt modelId="{E3FEE161-8452-6747-BF59-87D3E8A2A517}" type="pres">
      <dgm:prSet presAssocID="{AA2E7C1C-6A75-472D-885B-694FDBBC7196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76119677-7142-B44B-BD5B-578A46E2162F}" type="pres">
      <dgm:prSet presAssocID="{494B4367-DB93-48BC-8E61-F8F303C6F80C}" presName="nodeRect" presStyleLbl="alignNode1" presStyleIdx="2" presStyleCnt="6">
        <dgm:presLayoutVars>
          <dgm:bulletEnabled val="1"/>
        </dgm:presLayoutVars>
      </dgm:prSet>
      <dgm:spPr/>
    </dgm:pt>
    <dgm:pt modelId="{04ADF99D-DBEB-D442-8DFA-6CA82D959272}" type="pres">
      <dgm:prSet presAssocID="{AA2E7C1C-6A75-472D-885B-694FDBBC7196}" presName="sibTrans" presStyleCnt="0"/>
      <dgm:spPr/>
    </dgm:pt>
    <dgm:pt modelId="{9D4427C7-B251-3949-971A-FC5ADBBF14BD}" type="pres">
      <dgm:prSet presAssocID="{9F798F09-0548-42E0-8DB1-B52C3A82D603}" presName="compositeNode" presStyleCnt="0">
        <dgm:presLayoutVars>
          <dgm:bulletEnabled val="1"/>
        </dgm:presLayoutVars>
      </dgm:prSet>
      <dgm:spPr/>
    </dgm:pt>
    <dgm:pt modelId="{8F6439B0-82A2-FC4D-B42D-F226FC6B68A9}" type="pres">
      <dgm:prSet presAssocID="{9F798F09-0548-42E0-8DB1-B52C3A82D603}" presName="bgRect" presStyleLbl="alignNode1" presStyleIdx="3" presStyleCnt="6"/>
      <dgm:spPr/>
    </dgm:pt>
    <dgm:pt modelId="{A9A8DB48-C6DE-C44B-A5F9-853D5717C58F}" type="pres">
      <dgm:prSet presAssocID="{494EA892-74B6-438E-B6A1-777D55375E9B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D13917C9-FF22-9F48-BE1C-3472BBC37DC9}" type="pres">
      <dgm:prSet presAssocID="{9F798F09-0548-42E0-8DB1-B52C3A82D603}" presName="nodeRect" presStyleLbl="alignNode1" presStyleIdx="3" presStyleCnt="6">
        <dgm:presLayoutVars>
          <dgm:bulletEnabled val="1"/>
        </dgm:presLayoutVars>
      </dgm:prSet>
      <dgm:spPr/>
    </dgm:pt>
    <dgm:pt modelId="{F9CAD27B-3AE9-0A4D-9728-09DDBB417A71}" type="pres">
      <dgm:prSet presAssocID="{494EA892-74B6-438E-B6A1-777D55375E9B}" presName="sibTrans" presStyleCnt="0"/>
      <dgm:spPr/>
    </dgm:pt>
    <dgm:pt modelId="{3FD01507-37AB-5248-95D0-EFD362180F39}" type="pres">
      <dgm:prSet presAssocID="{84B726C4-9950-48B1-A5EC-038451BE2C3A}" presName="compositeNode" presStyleCnt="0">
        <dgm:presLayoutVars>
          <dgm:bulletEnabled val="1"/>
        </dgm:presLayoutVars>
      </dgm:prSet>
      <dgm:spPr/>
    </dgm:pt>
    <dgm:pt modelId="{8EAD1C27-73BD-BA4B-B0C4-B40F8A98EA57}" type="pres">
      <dgm:prSet presAssocID="{84B726C4-9950-48B1-A5EC-038451BE2C3A}" presName="bgRect" presStyleLbl="alignNode1" presStyleIdx="4" presStyleCnt="6"/>
      <dgm:spPr/>
    </dgm:pt>
    <dgm:pt modelId="{7011FF5F-8CB3-4C4F-A800-0E1D03488900}" type="pres">
      <dgm:prSet presAssocID="{D2CDF5EE-093A-4958-BE09-8E5736F99392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5B95F21E-C2BA-1848-8A32-BED0E4C9F1E0}" type="pres">
      <dgm:prSet presAssocID="{84B726C4-9950-48B1-A5EC-038451BE2C3A}" presName="nodeRect" presStyleLbl="alignNode1" presStyleIdx="4" presStyleCnt="6">
        <dgm:presLayoutVars>
          <dgm:bulletEnabled val="1"/>
        </dgm:presLayoutVars>
      </dgm:prSet>
      <dgm:spPr/>
    </dgm:pt>
    <dgm:pt modelId="{11DFEFA4-41E1-1A46-8219-D4853347089B}" type="pres">
      <dgm:prSet presAssocID="{D2CDF5EE-093A-4958-BE09-8E5736F99392}" presName="sibTrans" presStyleCnt="0"/>
      <dgm:spPr/>
    </dgm:pt>
    <dgm:pt modelId="{2116B63F-C751-6C4F-96A7-20B1898F0B27}" type="pres">
      <dgm:prSet presAssocID="{1AAA26BE-2C99-47E9-B123-D407CFA2DEA3}" presName="compositeNode" presStyleCnt="0">
        <dgm:presLayoutVars>
          <dgm:bulletEnabled val="1"/>
        </dgm:presLayoutVars>
      </dgm:prSet>
      <dgm:spPr/>
    </dgm:pt>
    <dgm:pt modelId="{F61B5E27-F855-7749-9528-72EAC84D4F69}" type="pres">
      <dgm:prSet presAssocID="{1AAA26BE-2C99-47E9-B123-D407CFA2DEA3}" presName="bgRect" presStyleLbl="alignNode1" presStyleIdx="5" presStyleCnt="6"/>
      <dgm:spPr/>
    </dgm:pt>
    <dgm:pt modelId="{C9CBF605-8D72-444F-8D18-B731F6406CDB}" type="pres">
      <dgm:prSet presAssocID="{609D0B75-5803-4986-9E60-D3DAEF0D153B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FAC63DB4-8EF8-0F4D-A27C-3C38649B52AF}" type="pres">
      <dgm:prSet presAssocID="{1AAA26BE-2C99-47E9-B123-D407CFA2DEA3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7CA87C07-6470-6D48-884C-7AAF21F116F3}" type="presOf" srcId="{D2CDF5EE-093A-4958-BE09-8E5736F99392}" destId="{7011FF5F-8CB3-4C4F-A800-0E1D03488900}" srcOrd="0" destOrd="0" presId="urn:microsoft.com/office/officeart/2016/7/layout/LinearBlockProcessNumbered"/>
    <dgm:cxn modelId="{53F8A707-A00A-0847-8D0F-A752907D36FA}" type="presOf" srcId="{14083E0F-708A-4FB2-A99F-D5AF11D9F76E}" destId="{5A045D41-7969-7F41-B625-D23F16597B3F}" srcOrd="0" destOrd="0" presId="urn:microsoft.com/office/officeart/2016/7/layout/LinearBlockProcessNumbered"/>
    <dgm:cxn modelId="{22CC8909-0369-BD47-8C9E-8577EE692D9E}" type="presOf" srcId="{9F798F09-0548-42E0-8DB1-B52C3A82D603}" destId="{8F6439B0-82A2-FC4D-B42D-F226FC6B68A9}" srcOrd="0" destOrd="0" presId="urn:microsoft.com/office/officeart/2016/7/layout/LinearBlockProcessNumbered"/>
    <dgm:cxn modelId="{F979DD20-BEC5-D54E-B305-65C7DA2494E8}" type="presOf" srcId="{1FF0E872-5040-4DE8-8E68-E1CCE9BDB386}" destId="{3CDE4C3C-EC86-2041-8E30-A3AA0E6FA6B2}" srcOrd="0" destOrd="0" presId="urn:microsoft.com/office/officeart/2016/7/layout/LinearBlockProcessNumbered"/>
    <dgm:cxn modelId="{CEB6A62B-A44E-9B40-A519-82DD63EFD1A3}" type="presOf" srcId="{9F798F09-0548-42E0-8DB1-B52C3A82D603}" destId="{D13917C9-FF22-9F48-BE1C-3472BBC37DC9}" srcOrd="1" destOrd="0" presId="urn:microsoft.com/office/officeart/2016/7/layout/LinearBlockProcessNumbered"/>
    <dgm:cxn modelId="{1BE37841-8D62-8D47-B670-31E839299ADD}" type="presOf" srcId="{494B4367-DB93-48BC-8E61-F8F303C6F80C}" destId="{76119677-7142-B44B-BD5B-578A46E2162F}" srcOrd="1" destOrd="0" presId="urn:microsoft.com/office/officeart/2016/7/layout/LinearBlockProcessNumbered"/>
    <dgm:cxn modelId="{907CF441-9BEE-9A47-A132-AF64A6D14A2A}" type="presOf" srcId="{1AAA26BE-2C99-47E9-B123-D407CFA2DEA3}" destId="{F61B5E27-F855-7749-9528-72EAC84D4F69}" srcOrd="0" destOrd="0" presId="urn:microsoft.com/office/officeart/2016/7/layout/LinearBlockProcessNumbered"/>
    <dgm:cxn modelId="{C4CC0242-76C5-7047-A3AB-0DAA1ECEA396}" type="presOf" srcId="{84B726C4-9950-48B1-A5EC-038451BE2C3A}" destId="{5B95F21E-C2BA-1848-8A32-BED0E4C9F1E0}" srcOrd="1" destOrd="0" presId="urn:microsoft.com/office/officeart/2016/7/layout/LinearBlockProcessNumbered"/>
    <dgm:cxn modelId="{7A22E36E-2AFF-9F4D-8D7C-6AE3721AD2F7}" type="presOf" srcId="{494EA892-74B6-438E-B6A1-777D55375E9B}" destId="{A9A8DB48-C6DE-C44B-A5F9-853D5717C58F}" srcOrd="0" destOrd="0" presId="urn:microsoft.com/office/officeart/2016/7/layout/LinearBlockProcessNumbered"/>
    <dgm:cxn modelId="{2964146F-D44D-4645-B901-020F47E534C7}" type="presOf" srcId="{609D0B75-5803-4986-9E60-D3DAEF0D153B}" destId="{C9CBF605-8D72-444F-8D18-B731F6406CDB}" srcOrd="0" destOrd="0" presId="urn:microsoft.com/office/officeart/2016/7/layout/LinearBlockProcessNumbered"/>
    <dgm:cxn modelId="{A3A6667F-9385-BD42-B4A0-30FFB9043FF5}" type="presOf" srcId="{AA2E7C1C-6A75-472D-885B-694FDBBC7196}" destId="{E3FEE161-8452-6747-BF59-87D3E8A2A517}" srcOrd="0" destOrd="0" presId="urn:microsoft.com/office/officeart/2016/7/layout/LinearBlockProcessNumbered"/>
    <dgm:cxn modelId="{BB607582-1F75-9E48-9624-07E4A8E5C1A7}" type="presOf" srcId="{84B726C4-9950-48B1-A5EC-038451BE2C3A}" destId="{8EAD1C27-73BD-BA4B-B0C4-B40F8A98EA57}" srcOrd="0" destOrd="0" presId="urn:microsoft.com/office/officeart/2016/7/layout/LinearBlockProcessNumbered"/>
    <dgm:cxn modelId="{C25F5590-3CD7-1F4A-BD3E-649FAA5E6844}" type="presOf" srcId="{1AAA26BE-2C99-47E9-B123-D407CFA2DEA3}" destId="{FAC63DB4-8EF8-0F4D-A27C-3C38649B52AF}" srcOrd="1" destOrd="0" presId="urn:microsoft.com/office/officeart/2016/7/layout/LinearBlockProcessNumbered"/>
    <dgm:cxn modelId="{939F2997-A11D-4511-AD21-BAEF6ADA7BF2}" srcId="{14083E0F-708A-4FB2-A99F-D5AF11D9F76E}" destId="{D140B53A-397B-41C2-8387-776A2B71A2AD}" srcOrd="0" destOrd="0" parTransId="{6CB63217-C410-48E0-B96B-F0A0145FFE40}" sibTransId="{1FF0E872-5040-4DE8-8E68-E1CCE9BDB386}"/>
    <dgm:cxn modelId="{654C429C-B3B4-234C-9078-73828E61E302}" type="presOf" srcId="{909D7155-261D-4935-B1DC-A545B215957F}" destId="{35FD9E4D-97E0-4B49-B6DB-3929A95E69AC}" srcOrd="0" destOrd="0" presId="urn:microsoft.com/office/officeart/2016/7/layout/LinearBlockProcessNumbered"/>
    <dgm:cxn modelId="{A2CFEEA2-F452-4519-BB71-85D880A464C9}" srcId="{14083E0F-708A-4FB2-A99F-D5AF11D9F76E}" destId="{1AAA26BE-2C99-47E9-B123-D407CFA2DEA3}" srcOrd="5" destOrd="0" parTransId="{2E5C8E4C-8982-42E6-B80A-6C2EE4521C51}" sibTransId="{609D0B75-5803-4986-9E60-D3DAEF0D153B}"/>
    <dgm:cxn modelId="{73FF29A3-B349-9240-B1B6-08DB9AE4D62C}" type="presOf" srcId="{D140B53A-397B-41C2-8387-776A2B71A2AD}" destId="{600F89DB-0EC3-EA42-88D7-39811B05EF15}" srcOrd="0" destOrd="0" presId="urn:microsoft.com/office/officeart/2016/7/layout/LinearBlockProcessNumbered"/>
    <dgm:cxn modelId="{852F2FA4-6C64-4C6B-8B14-7DD2BA930F96}" srcId="{14083E0F-708A-4FB2-A99F-D5AF11D9F76E}" destId="{494B4367-DB93-48BC-8E61-F8F303C6F80C}" srcOrd="2" destOrd="0" parTransId="{C00CE6A5-4138-4C5A-98C3-5B03A647BBDF}" sibTransId="{AA2E7C1C-6A75-472D-885B-694FDBBC7196}"/>
    <dgm:cxn modelId="{D0507FB2-097E-4B66-8084-2A2808AE6356}" srcId="{14083E0F-708A-4FB2-A99F-D5AF11D9F76E}" destId="{84B726C4-9950-48B1-A5EC-038451BE2C3A}" srcOrd="4" destOrd="0" parTransId="{482F8ED3-4FB3-4B7A-A874-3F6B16F11CDD}" sibTransId="{D2CDF5EE-093A-4958-BE09-8E5736F99392}"/>
    <dgm:cxn modelId="{8CC96DBE-EED5-0E4F-A49E-98AF83B1A6AC}" type="presOf" srcId="{3FE93D0D-1549-4D94-A00A-B29EFBE192DF}" destId="{178CF086-AE0F-0244-8D1B-E52A31FFAD7F}" srcOrd="1" destOrd="0" presId="urn:microsoft.com/office/officeart/2016/7/layout/LinearBlockProcessNumbered"/>
    <dgm:cxn modelId="{06456CC7-C903-4DD9-9F0D-28A2FEB1CAF2}" srcId="{14083E0F-708A-4FB2-A99F-D5AF11D9F76E}" destId="{9F798F09-0548-42E0-8DB1-B52C3A82D603}" srcOrd="3" destOrd="0" parTransId="{E17D4210-CAC9-4B1F-8CBC-FF6BF66C9DE7}" sibTransId="{494EA892-74B6-438E-B6A1-777D55375E9B}"/>
    <dgm:cxn modelId="{996CFDCB-3723-D54E-A5EB-290D27C9F4A4}" type="presOf" srcId="{D140B53A-397B-41C2-8387-776A2B71A2AD}" destId="{EDE88799-AD2B-014E-AF50-8C7947D98BDB}" srcOrd="1" destOrd="0" presId="urn:microsoft.com/office/officeart/2016/7/layout/LinearBlockProcessNumbered"/>
    <dgm:cxn modelId="{9BAFF9DD-D97F-4148-9AE8-F389A2B67A2B}" type="presOf" srcId="{3FE93D0D-1549-4D94-A00A-B29EFBE192DF}" destId="{7FBC7780-D57F-4749-8225-5EF81EE4EE10}" srcOrd="0" destOrd="0" presId="urn:microsoft.com/office/officeart/2016/7/layout/LinearBlockProcessNumbered"/>
    <dgm:cxn modelId="{C3AD11E7-B6E5-8741-A9B1-B9DC27A2512C}" type="presOf" srcId="{494B4367-DB93-48BC-8E61-F8F303C6F80C}" destId="{6F759148-FED0-BA42-A3E8-7FE4DCF3749F}" srcOrd="0" destOrd="0" presId="urn:microsoft.com/office/officeart/2016/7/layout/LinearBlockProcessNumbered"/>
    <dgm:cxn modelId="{3F155CEF-12A9-493E-A6F5-BD69B9443F28}" srcId="{14083E0F-708A-4FB2-A99F-D5AF11D9F76E}" destId="{3FE93D0D-1549-4D94-A00A-B29EFBE192DF}" srcOrd="1" destOrd="0" parTransId="{1B196C70-B32E-4217-8184-07611F91E4A0}" sibTransId="{909D7155-261D-4935-B1DC-A545B215957F}"/>
    <dgm:cxn modelId="{AF76A6A6-B772-A24F-B383-8CC22DF324F8}" type="presParOf" srcId="{5A045D41-7969-7F41-B625-D23F16597B3F}" destId="{08DA9AA0-A75D-9C4B-BFEF-E894E4F81D62}" srcOrd="0" destOrd="0" presId="urn:microsoft.com/office/officeart/2016/7/layout/LinearBlockProcessNumbered"/>
    <dgm:cxn modelId="{F3017C2F-1C11-6A4D-A803-B7163AAA865E}" type="presParOf" srcId="{08DA9AA0-A75D-9C4B-BFEF-E894E4F81D62}" destId="{600F89DB-0EC3-EA42-88D7-39811B05EF15}" srcOrd="0" destOrd="0" presId="urn:microsoft.com/office/officeart/2016/7/layout/LinearBlockProcessNumbered"/>
    <dgm:cxn modelId="{EF47D93E-084F-D44C-AA25-D70ED937ACC5}" type="presParOf" srcId="{08DA9AA0-A75D-9C4B-BFEF-E894E4F81D62}" destId="{3CDE4C3C-EC86-2041-8E30-A3AA0E6FA6B2}" srcOrd="1" destOrd="0" presId="urn:microsoft.com/office/officeart/2016/7/layout/LinearBlockProcessNumbered"/>
    <dgm:cxn modelId="{47AC7E50-46FE-3C45-BEC6-E9B09F558B58}" type="presParOf" srcId="{08DA9AA0-A75D-9C4B-BFEF-E894E4F81D62}" destId="{EDE88799-AD2B-014E-AF50-8C7947D98BDB}" srcOrd="2" destOrd="0" presId="urn:microsoft.com/office/officeart/2016/7/layout/LinearBlockProcessNumbered"/>
    <dgm:cxn modelId="{42DAA8DE-A202-E547-8653-266FC9AB1115}" type="presParOf" srcId="{5A045D41-7969-7F41-B625-D23F16597B3F}" destId="{C053DE44-4DF8-1E43-8E1A-155C8B6B4BDD}" srcOrd="1" destOrd="0" presId="urn:microsoft.com/office/officeart/2016/7/layout/LinearBlockProcessNumbered"/>
    <dgm:cxn modelId="{47E3F326-0535-2244-8847-2EAC60D6036C}" type="presParOf" srcId="{5A045D41-7969-7F41-B625-D23F16597B3F}" destId="{CD50DB7B-8108-1E48-B306-43CE89D752A4}" srcOrd="2" destOrd="0" presId="urn:microsoft.com/office/officeart/2016/7/layout/LinearBlockProcessNumbered"/>
    <dgm:cxn modelId="{A19063EC-1E6B-8343-B560-48BD18A40580}" type="presParOf" srcId="{CD50DB7B-8108-1E48-B306-43CE89D752A4}" destId="{7FBC7780-D57F-4749-8225-5EF81EE4EE10}" srcOrd="0" destOrd="0" presId="urn:microsoft.com/office/officeart/2016/7/layout/LinearBlockProcessNumbered"/>
    <dgm:cxn modelId="{5970EE72-D146-A347-8048-63C45CBDE14C}" type="presParOf" srcId="{CD50DB7B-8108-1E48-B306-43CE89D752A4}" destId="{35FD9E4D-97E0-4B49-B6DB-3929A95E69AC}" srcOrd="1" destOrd="0" presId="urn:microsoft.com/office/officeart/2016/7/layout/LinearBlockProcessNumbered"/>
    <dgm:cxn modelId="{F247EDCE-F4ED-6040-A7CE-B72198A5D878}" type="presParOf" srcId="{CD50DB7B-8108-1E48-B306-43CE89D752A4}" destId="{178CF086-AE0F-0244-8D1B-E52A31FFAD7F}" srcOrd="2" destOrd="0" presId="urn:microsoft.com/office/officeart/2016/7/layout/LinearBlockProcessNumbered"/>
    <dgm:cxn modelId="{4B14C18C-6E27-DB4E-A678-4B94C765DDC6}" type="presParOf" srcId="{5A045D41-7969-7F41-B625-D23F16597B3F}" destId="{CD05269B-97F9-A544-8AB4-C175CCDC1A5F}" srcOrd="3" destOrd="0" presId="urn:microsoft.com/office/officeart/2016/7/layout/LinearBlockProcessNumbered"/>
    <dgm:cxn modelId="{3AD91DE8-6A1F-614B-BC73-AF07099AFF2C}" type="presParOf" srcId="{5A045D41-7969-7F41-B625-D23F16597B3F}" destId="{400F2D8F-A60E-B142-9EAC-D29DFF5F3C94}" srcOrd="4" destOrd="0" presId="urn:microsoft.com/office/officeart/2016/7/layout/LinearBlockProcessNumbered"/>
    <dgm:cxn modelId="{B81F40E1-8E46-1149-A54A-9CD92233E361}" type="presParOf" srcId="{400F2D8F-A60E-B142-9EAC-D29DFF5F3C94}" destId="{6F759148-FED0-BA42-A3E8-7FE4DCF3749F}" srcOrd="0" destOrd="0" presId="urn:microsoft.com/office/officeart/2016/7/layout/LinearBlockProcessNumbered"/>
    <dgm:cxn modelId="{59DC248E-C84E-3840-BFA1-F9CA12E94AE0}" type="presParOf" srcId="{400F2D8F-A60E-B142-9EAC-D29DFF5F3C94}" destId="{E3FEE161-8452-6747-BF59-87D3E8A2A517}" srcOrd="1" destOrd="0" presId="urn:microsoft.com/office/officeart/2016/7/layout/LinearBlockProcessNumbered"/>
    <dgm:cxn modelId="{156ABC17-B522-2A48-9EFC-9F7A3CB329C2}" type="presParOf" srcId="{400F2D8F-A60E-B142-9EAC-D29DFF5F3C94}" destId="{76119677-7142-B44B-BD5B-578A46E2162F}" srcOrd="2" destOrd="0" presId="urn:microsoft.com/office/officeart/2016/7/layout/LinearBlockProcessNumbered"/>
    <dgm:cxn modelId="{B6D8E3A0-2544-8242-9146-F1DDCA6A3FA7}" type="presParOf" srcId="{5A045D41-7969-7F41-B625-D23F16597B3F}" destId="{04ADF99D-DBEB-D442-8DFA-6CA82D959272}" srcOrd="5" destOrd="0" presId="urn:microsoft.com/office/officeart/2016/7/layout/LinearBlockProcessNumbered"/>
    <dgm:cxn modelId="{4B352784-0021-6C4C-A845-05000B808E01}" type="presParOf" srcId="{5A045D41-7969-7F41-B625-D23F16597B3F}" destId="{9D4427C7-B251-3949-971A-FC5ADBBF14BD}" srcOrd="6" destOrd="0" presId="urn:microsoft.com/office/officeart/2016/7/layout/LinearBlockProcessNumbered"/>
    <dgm:cxn modelId="{BD1C3985-27D4-AE45-9343-9830AEEE192C}" type="presParOf" srcId="{9D4427C7-B251-3949-971A-FC5ADBBF14BD}" destId="{8F6439B0-82A2-FC4D-B42D-F226FC6B68A9}" srcOrd="0" destOrd="0" presId="urn:microsoft.com/office/officeart/2016/7/layout/LinearBlockProcessNumbered"/>
    <dgm:cxn modelId="{AB0082A3-45FE-C14A-A20B-30B008BF9016}" type="presParOf" srcId="{9D4427C7-B251-3949-971A-FC5ADBBF14BD}" destId="{A9A8DB48-C6DE-C44B-A5F9-853D5717C58F}" srcOrd="1" destOrd="0" presId="urn:microsoft.com/office/officeart/2016/7/layout/LinearBlockProcessNumbered"/>
    <dgm:cxn modelId="{4A47102C-24F3-4044-9C4A-89C79F9AF8B6}" type="presParOf" srcId="{9D4427C7-B251-3949-971A-FC5ADBBF14BD}" destId="{D13917C9-FF22-9F48-BE1C-3472BBC37DC9}" srcOrd="2" destOrd="0" presId="urn:microsoft.com/office/officeart/2016/7/layout/LinearBlockProcessNumbered"/>
    <dgm:cxn modelId="{F6626840-A447-3E4C-A4E7-56822915A037}" type="presParOf" srcId="{5A045D41-7969-7F41-B625-D23F16597B3F}" destId="{F9CAD27B-3AE9-0A4D-9728-09DDBB417A71}" srcOrd="7" destOrd="0" presId="urn:microsoft.com/office/officeart/2016/7/layout/LinearBlockProcessNumbered"/>
    <dgm:cxn modelId="{9EFC828D-1EA7-644A-B5C0-999C12F1932B}" type="presParOf" srcId="{5A045D41-7969-7F41-B625-D23F16597B3F}" destId="{3FD01507-37AB-5248-95D0-EFD362180F39}" srcOrd="8" destOrd="0" presId="urn:microsoft.com/office/officeart/2016/7/layout/LinearBlockProcessNumbered"/>
    <dgm:cxn modelId="{1B8B9260-196C-384D-8FC8-72A965662AD4}" type="presParOf" srcId="{3FD01507-37AB-5248-95D0-EFD362180F39}" destId="{8EAD1C27-73BD-BA4B-B0C4-B40F8A98EA57}" srcOrd="0" destOrd="0" presId="urn:microsoft.com/office/officeart/2016/7/layout/LinearBlockProcessNumbered"/>
    <dgm:cxn modelId="{CC24643D-553D-EF45-A304-A05A8A29ABA4}" type="presParOf" srcId="{3FD01507-37AB-5248-95D0-EFD362180F39}" destId="{7011FF5F-8CB3-4C4F-A800-0E1D03488900}" srcOrd="1" destOrd="0" presId="urn:microsoft.com/office/officeart/2016/7/layout/LinearBlockProcessNumbered"/>
    <dgm:cxn modelId="{340E766C-40C9-7042-8D96-E3C97F26ADB4}" type="presParOf" srcId="{3FD01507-37AB-5248-95D0-EFD362180F39}" destId="{5B95F21E-C2BA-1848-8A32-BED0E4C9F1E0}" srcOrd="2" destOrd="0" presId="urn:microsoft.com/office/officeart/2016/7/layout/LinearBlockProcessNumbered"/>
    <dgm:cxn modelId="{B5388DC5-325E-D14F-9FD6-1EC449ABDD11}" type="presParOf" srcId="{5A045D41-7969-7F41-B625-D23F16597B3F}" destId="{11DFEFA4-41E1-1A46-8219-D4853347089B}" srcOrd="9" destOrd="0" presId="urn:microsoft.com/office/officeart/2016/7/layout/LinearBlockProcessNumbered"/>
    <dgm:cxn modelId="{DB5B2EC1-E7AB-F24C-AF0B-DCEC26519F77}" type="presParOf" srcId="{5A045D41-7969-7F41-B625-D23F16597B3F}" destId="{2116B63F-C751-6C4F-96A7-20B1898F0B27}" srcOrd="10" destOrd="0" presId="urn:microsoft.com/office/officeart/2016/7/layout/LinearBlockProcessNumbered"/>
    <dgm:cxn modelId="{BA150DAC-E608-0342-9B81-B01CFB4EEED9}" type="presParOf" srcId="{2116B63F-C751-6C4F-96A7-20B1898F0B27}" destId="{F61B5E27-F855-7749-9528-72EAC84D4F69}" srcOrd="0" destOrd="0" presId="urn:microsoft.com/office/officeart/2016/7/layout/LinearBlockProcessNumbered"/>
    <dgm:cxn modelId="{D5A94203-4D39-5646-B9BF-D3602B61596E}" type="presParOf" srcId="{2116B63F-C751-6C4F-96A7-20B1898F0B27}" destId="{C9CBF605-8D72-444F-8D18-B731F6406CDB}" srcOrd="1" destOrd="0" presId="urn:microsoft.com/office/officeart/2016/7/layout/LinearBlockProcessNumbered"/>
    <dgm:cxn modelId="{14D47167-7428-BE48-ACBD-02FD2CF93A07}" type="presParOf" srcId="{2116B63F-C751-6C4F-96A7-20B1898F0B27}" destId="{FAC63DB4-8EF8-0F4D-A27C-3C38649B52A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C9876E-A827-494D-8597-45CB4CC3E834}" type="doc">
      <dgm:prSet loTypeId="urn:microsoft.com/office/officeart/2005/8/layout/list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de-DE"/>
        </a:p>
      </dgm:t>
    </dgm:pt>
    <dgm:pt modelId="{4E731DDD-61C6-1846-A270-223447200775}">
      <dgm:prSet/>
      <dgm:spPr/>
      <dgm:t>
        <a:bodyPr/>
        <a:lstStyle/>
        <a:p>
          <a:r>
            <a:rPr lang="de-DE" dirty="0"/>
            <a:t>Backend</a:t>
          </a:r>
        </a:p>
      </dgm:t>
    </dgm:pt>
    <dgm:pt modelId="{6BC3EACF-130F-0643-895E-77F6F65911FE}" type="parTrans" cxnId="{B0B6DFCD-6A28-B34C-B9E7-BF5DCCC3BDAA}">
      <dgm:prSet/>
      <dgm:spPr/>
      <dgm:t>
        <a:bodyPr/>
        <a:lstStyle/>
        <a:p>
          <a:endParaRPr lang="de-DE"/>
        </a:p>
      </dgm:t>
    </dgm:pt>
    <dgm:pt modelId="{C84BCC10-DF84-564A-A290-72B933C276A4}" type="sibTrans" cxnId="{B0B6DFCD-6A28-B34C-B9E7-BF5DCCC3BDAA}">
      <dgm:prSet/>
      <dgm:spPr/>
      <dgm:t>
        <a:bodyPr/>
        <a:lstStyle/>
        <a:p>
          <a:endParaRPr lang="de-DE"/>
        </a:p>
      </dgm:t>
    </dgm:pt>
    <dgm:pt modelId="{5421D127-3BC7-D345-86E8-C4486EBC01FD}">
      <dgm:prSet/>
      <dgm:spPr/>
      <dgm:t>
        <a:bodyPr/>
        <a:lstStyle/>
        <a:p>
          <a:r>
            <a:rPr lang="de-DE" dirty="0" err="1"/>
            <a:t>Flask</a:t>
          </a:r>
          <a:endParaRPr lang="de-DE" dirty="0"/>
        </a:p>
      </dgm:t>
    </dgm:pt>
    <dgm:pt modelId="{4C9AEB5D-2262-EF47-9CC2-59904394AC31}" type="parTrans" cxnId="{22129E18-A2CA-3E45-B3A2-95A402D8BF36}">
      <dgm:prSet/>
      <dgm:spPr/>
      <dgm:t>
        <a:bodyPr/>
        <a:lstStyle/>
        <a:p>
          <a:endParaRPr lang="de-DE"/>
        </a:p>
      </dgm:t>
    </dgm:pt>
    <dgm:pt modelId="{90D5FF6F-0967-A340-AE3F-973FDE4C9AE9}" type="sibTrans" cxnId="{22129E18-A2CA-3E45-B3A2-95A402D8BF36}">
      <dgm:prSet/>
      <dgm:spPr/>
      <dgm:t>
        <a:bodyPr/>
        <a:lstStyle/>
        <a:p>
          <a:endParaRPr lang="de-DE"/>
        </a:p>
      </dgm:t>
    </dgm:pt>
    <dgm:pt modelId="{D661D763-E73B-D34F-9416-82505BC1ED78}">
      <dgm:prSet/>
      <dgm:spPr/>
      <dgm:t>
        <a:bodyPr/>
        <a:lstStyle/>
        <a:p>
          <a:r>
            <a:rPr lang="de-DE" dirty="0"/>
            <a:t>Frontend</a:t>
          </a:r>
        </a:p>
      </dgm:t>
    </dgm:pt>
    <dgm:pt modelId="{0372E576-B53E-514C-A83F-2AE17092AB7B}" type="parTrans" cxnId="{393070A1-B23F-3742-8697-F9B0B8011F8D}">
      <dgm:prSet/>
      <dgm:spPr/>
      <dgm:t>
        <a:bodyPr/>
        <a:lstStyle/>
        <a:p>
          <a:endParaRPr lang="de-DE"/>
        </a:p>
      </dgm:t>
    </dgm:pt>
    <dgm:pt modelId="{A8D6AAC0-CCE1-BE41-A071-B3F56A7ED135}" type="sibTrans" cxnId="{393070A1-B23F-3742-8697-F9B0B8011F8D}">
      <dgm:prSet/>
      <dgm:spPr/>
      <dgm:t>
        <a:bodyPr/>
        <a:lstStyle/>
        <a:p>
          <a:endParaRPr lang="de-DE"/>
        </a:p>
      </dgm:t>
    </dgm:pt>
    <dgm:pt modelId="{8725962A-DCC4-7C43-B008-26F1283106C1}">
      <dgm:prSet/>
      <dgm:spPr/>
      <dgm:t>
        <a:bodyPr/>
        <a:lstStyle/>
        <a:p>
          <a:r>
            <a:rPr lang="de-DE"/>
            <a:t>Jinja2</a:t>
          </a:r>
        </a:p>
      </dgm:t>
    </dgm:pt>
    <dgm:pt modelId="{533E406C-233F-1C4E-A775-C9F136D9A1E9}" type="parTrans" cxnId="{D58BF851-D9E9-FD41-BADD-06A25B912D16}">
      <dgm:prSet/>
      <dgm:spPr/>
      <dgm:t>
        <a:bodyPr/>
        <a:lstStyle/>
        <a:p>
          <a:endParaRPr lang="de-DE"/>
        </a:p>
      </dgm:t>
    </dgm:pt>
    <dgm:pt modelId="{FC941EE8-6716-A84B-A2CF-0B5EE9DDE434}" type="sibTrans" cxnId="{D58BF851-D9E9-FD41-BADD-06A25B912D16}">
      <dgm:prSet/>
      <dgm:spPr/>
      <dgm:t>
        <a:bodyPr/>
        <a:lstStyle/>
        <a:p>
          <a:endParaRPr lang="de-DE"/>
        </a:p>
      </dgm:t>
    </dgm:pt>
    <dgm:pt modelId="{25A78B50-0AF5-0642-BF55-8E9A721A116C}">
      <dgm:prSet/>
      <dgm:spPr/>
      <dgm:t>
        <a:bodyPr/>
        <a:lstStyle/>
        <a:p>
          <a:r>
            <a:rPr lang="de-DE"/>
            <a:t>Bootstrap</a:t>
          </a:r>
        </a:p>
      </dgm:t>
    </dgm:pt>
    <dgm:pt modelId="{1011C54A-91C4-BB41-9644-2D86D11E364F}" type="parTrans" cxnId="{82114F5F-05DF-CF4E-9B4F-AC72078F3CCE}">
      <dgm:prSet/>
      <dgm:spPr/>
      <dgm:t>
        <a:bodyPr/>
        <a:lstStyle/>
        <a:p>
          <a:endParaRPr lang="de-DE"/>
        </a:p>
      </dgm:t>
    </dgm:pt>
    <dgm:pt modelId="{2F33CDAF-BBDA-4B45-9AD1-5591601646B9}" type="sibTrans" cxnId="{82114F5F-05DF-CF4E-9B4F-AC72078F3CCE}">
      <dgm:prSet/>
      <dgm:spPr/>
      <dgm:t>
        <a:bodyPr/>
        <a:lstStyle/>
        <a:p>
          <a:endParaRPr lang="de-DE"/>
        </a:p>
      </dgm:t>
    </dgm:pt>
    <dgm:pt modelId="{38436042-4D64-314B-ABFB-E282EA66D198}">
      <dgm:prSet/>
      <dgm:spPr/>
      <dgm:t>
        <a:bodyPr/>
        <a:lstStyle/>
        <a:p>
          <a:r>
            <a:rPr lang="de-DE" dirty="0" err="1"/>
            <a:t>uWSGI</a:t>
          </a:r>
          <a:endParaRPr lang="de-DE" dirty="0"/>
        </a:p>
      </dgm:t>
    </dgm:pt>
    <dgm:pt modelId="{F47D4168-2FFB-F84E-99F8-8F069B07D5C4}" type="parTrans" cxnId="{749E5BF8-4245-E249-AFEE-D3DCF69C37DE}">
      <dgm:prSet/>
      <dgm:spPr/>
      <dgm:t>
        <a:bodyPr/>
        <a:lstStyle/>
        <a:p>
          <a:endParaRPr lang="de-DE"/>
        </a:p>
      </dgm:t>
    </dgm:pt>
    <dgm:pt modelId="{2D2F07B0-9481-9147-A9F4-B858AAD48106}" type="sibTrans" cxnId="{749E5BF8-4245-E249-AFEE-D3DCF69C37DE}">
      <dgm:prSet/>
      <dgm:spPr/>
      <dgm:t>
        <a:bodyPr/>
        <a:lstStyle/>
        <a:p>
          <a:endParaRPr lang="de-DE"/>
        </a:p>
      </dgm:t>
    </dgm:pt>
    <dgm:pt modelId="{9BD57DBB-078F-BA43-A796-0FD34AC87550}" type="pres">
      <dgm:prSet presAssocID="{4CC9876E-A827-494D-8597-45CB4CC3E834}" presName="linear" presStyleCnt="0">
        <dgm:presLayoutVars>
          <dgm:dir/>
          <dgm:animLvl val="lvl"/>
          <dgm:resizeHandles val="exact"/>
        </dgm:presLayoutVars>
      </dgm:prSet>
      <dgm:spPr/>
    </dgm:pt>
    <dgm:pt modelId="{6762942F-B392-7848-8F46-E882843A637C}" type="pres">
      <dgm:prSet presAssocID="{4E731DDD-61C6-1846-A270-223447200775}" presName="parentLin" presStyleCnt="0"/>
      <dgm:spPr/>
    </dgm:pt>
    <dgm:pt modelId="{E0684CFA-7260-8244-862A-F1C161D48971}" type="pres">
      <dgm:prSet presAssocID="{4E731DDD-61C6-1846-A270-223447200775}" presName="parentLeftMargin" presStyleLbl="node1" presStyleIdx="0" presStyleCnt="2"/>
      <dgm:spPr/>
    </dgm:pt>
    <dgm:pt modelId="{1549F8DE-CBEE-7B43-89AD-6C5B24339679}" type="pres">
      <dgm:prSet presAssocID="{4E731DDD-61C6-1846-A270-2234472007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97FD6A-2B60-BE40-88EA-EBD366883A70}" type="pres">
      <dgm:prSet presAssocID="{4E731DDD-61C6-1846-A270-223447200775}" presName="negativeSpace" presStyleCnt="0"/>
      <dgm:spPr/>
    </dgm:pt>
    <dgm:pt modelId="{D4E645DB-A80F-614E-9022-A158A0969107}" type="pres">
      <dgm:prSet presAssocID="{4E731DDD-61C6-1846-A270-223447200775}" presName="childText" presStyleLbl="conFgAcc1" presStyleIdx="0" presStyleCnt="2">
        <dgm:presLayoutVars>
          <dgm:bulletEnabled val="1"/>
        </dgm:presLayoutVars>
      </dgm:prSet>
      <dgm:spPr/>
    </dgm:pt>
    <dgm:pt modelId="{C12293FD-DAE9-EF4C-822D-41D7176D5BFB}" type="pres">
      <dgm:prSet presAssocID="{C84BCC10-DF84-564A-A290-72B933C276A4}" presName="spaceBetweenRectangles" presStyleCnt="0"/>
      <dgm:spPr/>
    </dgm:pt>
    <dgm:pt modelId="{7B30292F-4776-0B49-B6AB-574065000554}" type="pres">
      <dgm:prSet presAssocID="{D661D763-E73B-D34F-9416-82505BC1ED78}" presName="parentLin" presStyleCnt="0"/>
      <dgm:spPr/>
    </dgm:pt>
    <dgm:pt modelId="{6BBC3A1B-4AE3-724B-B778-AC6AD9204B8C}" type="pres">
      <dgm:prSet presAssocID="{D661D763-E73B-D34F-9416-82505BC1ED78}" presName="parentLeftMargin" presStyleLbl="node1" presStyleIdx="0" presStyleCnt="2"/>
      <dgm:spPr/>
    </dgm:pt>
    <dgm:pt modelId="{BB85C36F-CD08-944B-A6F8-D0A1BDF0E4C9}" type="pres">
      <dgm:prSet presAssocID="{D661D763-E73B-D34F-9416-82505BC1ED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7E09F58-DA42-6140-8C1B-6AA6F917C36C}" type="pres">
      <dgm:prSet presAssocID="{D661D763-E73B-D34F-9416-82505BC1ED78}" presName="negativeSpace" presStyleCnt="0"/>
      <dgm:spPr/>
    </dgm:pt>
    <dgm:pt modelId="{F0274293-BC50-E84D-AAD5-A8BAA02FB71B}" type="pres">
      <dgm:prSet presAssocID="{D661D763-E73B-D34F-9416-82505BC1ED7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03E103-235A-E948-998F-E0374DD00CCD}" type="presOf" srcId="{5421D127-3BC7-D345-86E8-C4486EBC01FD}" destId="{D4E645DB-A80F-614E-9022-A158A0969107}" srcOrd="0" destOrd="0" presId="urn:microsoft.com/office/officeart/2005/8/layout/list1"/>
    <dgm:cxn modelId="{BC0E5005-B71F-C140-B06A-289EDC917293}" type="presOf" srcId="{D661D763-E73B-D34F-9416-82505BC1ED78}" destId="{BB85C36F-CD08-944B-A6F8-D0A1BDF0E4C9}" srcOrd="1" destOrd="0" presId="urn:microsoft.com/office/officeart/2005/8/layout/list1"/>
    <dgm:cxn modelId="{22129E18-A2CA-3E45-B3A2-95A402D8BF36}" srcId="{4E731DDD-61C6-1846-A270-223447200775}" destId="{5421D127-3BC7-D345-86E8-C4486EBC01FD}" srcOrd="0" destOrd="0" parTransId="{4C9AEB5D-2262-EF47-9CC2-59904394AC31}" sibTransId="{90D5FF6F-0967-A340-AE3F-973FDE4C9AE9}"/>
    <dgm:cxn modelId="{21670621-EFC6-AB4E-A8A8-D1224E457F93}" type="presOf" srcId="{4E731DDD-61C6-1846-A270-223447200775}" destId="{1549F8DE-CBEE-7B43-89AD-6C5B24339679}" srcOrd="1" destOrd="0" presId="urn:microsoft.com/office/officeart/2005/8/layout/list1"/>
    <dgm:cxn modelId="{8E647D25-0307-4841-BCC7-1A47D2CA37A0}" type="presOf" srcId="{D661D763-E73B-D34F-9416-82505BC1ED78}" destId="{6BBC3A1B-4AE3-724B-B778-AC6AD9204B8C}" srcOrd="0" destOrd="0" presId="urn:microsoft.com/office/officeart/2005/8/layout/list1"/>
    <dgm:cxn modelId="{D58BF851-D9E9-FD41-BADD-06A25B912D16}" srcId="{D661D763-E73B-D34F-9416-82505BC1ED78}" destId="{8725962A-DCC4-7C43-B008-26F1283106C1}" srcOrd="0" destOrd="0" parTransId="{533E406C-233F-1C4E-A775-C9F136D9A1E9}" sibTransId="{FC941EE8-6716-A84B-A2CF-0B5EE9DDE434}"/>
    <dgm:cxn modelId="{82114F5F-05DF-CF4E-9B4F-AC72078F3CCE}" srcId="{D661D763-E73B-D34F-9416-82505BC1ED78}" destId="{25A78B50-0AF5-0642-BF55-8E9A721A116C}" srcOrd="1" destOrd="0" parTransId="{1011C54A-91C4-BB41-9644-2D86D11E364F}" sibTransId="{2F33CDAF-BBDA-4B45-9AD1-5591601646B9}"/>
    <dgm:cxn modelId="{30129772-ED28-D343-B775-5DC5471E6739}" type="presOf" srcId="{4CC9876E-A827-494D-8597-45CB4CC3E834}" destId="{9BD57DBB-078F-BA43-A796-0FD34AC87550}" srcOrd="0" destOrd="0" presId="urn:microsoft.com/office/officeart/2005/8/layout/list1"/>
    <dgm:cxn modelId="{B3DA7086-94D4-F24B-9572-94E0271CE9E9}" type="presOf" srcId="{4E731DDD-61C6-1846-A270-223447200775}" destId="{E0684CFA-7260-8244-862A-F1C161D48971}" srcOrd="0" destOrd="0" presId="urn:microsoft.com/office/officeart/2005/8/layout/list1"/>
    <dgm:cxn modelId="{7C214A9E-FE61-9449-9014-1F9E00471B61}" type="presOf" srcId="{8725962A-DCC4-7C43-B008-26F1283106C1}" destId="{F0274293-BC50-E84D-AAD5-A8BAA02FB71B}" srcOrd="0" destOrd="0" presId="urn:microsoft.com/office/officeart/2005/8/layout/list1"/>
    <dgm:cxn modelId="{393070A1-B23F-3742-8697-F9B0B8011F8D}" srcId="{4CC9876E-A827-494D-8597-45CB4CC3E834}" destId="{D661D763-E73B-D34F-9416-82505BC1ED78}" srcOrd="1" destOrd="0" parTransId="{0372E576-B53E-514C-A83F-2AE17092AB7B}" sibTransId="{A8D6AAC0-CCE1-BE41-A071-B3F56A7ED135}"/>
    <dgm:cxn modelId="{C7ABD0B8-BA03-7849-8EE6-AC45BDDD2C2D}" type="presOf" srcId="{38436042-4D64-314B-ABFB-E282EA66D198}" destId="{D4E645DB-A80F-614E-9022-A158A0969107}" srcOrd="0" destOrd="1" presId="urn:microsoft.com/office/officeart/2005/8/layout/list1"/>
    <dgm:cxn modelId="{B0B6DFCD-6A28-B34C-B9E7-BF5DCCC3BDAA}" srcId="{4CC9876E-A827-494D-8597-45CB4CC3E834}" destId="{4E731DDD-61C6-1846-A270-223447200775}" srcOrd="0" destOrd="0" parTransId="{6BC3EACF-130F-0643-895E-77F6F65911FE}" sibTransId="{C84BCC10-DF84-564A-A290-72B933C276A4}"/>
    <dgm:cxn modelId="{749E5BF8-4245-E249-AFEE-D3DCF69C37DE}" srcId="{4E731DDD-61C6-1846-A270-223447200775}" destId="{38436042-4D64-314B-ABFB-E282EA66D198}" srcOrd="1" destOrd="0" parTransId="{F47D4168-2FFB-F84E-99F8-8F069B07D5C4}" sibTransId="{2D2F07B0-9481-9147-A9F4-B858AAD48106}"/>
    <dgm:cxn modelId="{8C29C7FD-993C-7B46-89A1-9499257B84FB}" type="presOf" srcId="{25A78B50-0AF5-0642-BF55-8E9A721A116C}" destId="{F0274293-BC50-E84D-AAD5-A8BAA02FB71B}" srcOrd="0" destOrd="1" presId="urn:microsoft.com/office/officeart/2005/8/layout/list1"/>
    <dgm:cxn modelId="{1F550FDF-BED6-D24D-BF8B-CE97D30D4A43}" type="presParOf" srcId="{9BD57DBB-078F-BA43-A796-0FD34AC87550}" destId="{6762942F-B392-7848-8F46-E882843A637C}" srcOrd="0" destOrd="0" presId="urn:microsoft.com/office/officeart/2005/8/layout/list1"/>
    <dgm:cxn modelId="{90471126-C883-3D45-952C-27AFE297C326}" type="presParOf" srcId="{6762942F-B392-7848-8F46-E882843A637C}" destId="{E0684CFA-7260-8244-862A-F1C161D48971}" srcOrd="0" destOrd="0" presId="urn:microsoft.com/office/officeart/2005/8/layout/list1"/>
    <dgm:cxn modelId="{DB7C04D9-0F2B-754F-9DDE-CE6090A5EAFD}" type="presParOf" srcId="{6762942F-B392-7848-8F46-E882843A637C}" destId="{1549F8DE-CBEE-7B43-89AD-6C5B24339679}" srcOrd="1" destOrd="0" presId="urn:microsoft.com/office/officeart/2005/8/layout/list1"/>
    <dgm:cxn modelId="{97D92457-5DA0-774F-A49C-554B0A4BE176}" type="presParOf" srcId="{9BD57DBB-078F-BA43-A796-0FD34AC87550}" destId="{B097FD6A-2B60-BE40-88EA-EBD366883A70}" srcOrd="1" destOrd="0" presId="urn:microsoft.com/office/officeart/2005/8/layout/list1"/>
    <dgm:cxn modelId="{5FF63A2E-E371-AE44-89D3-1BD4FC17AE90}" type="presParOf" srcId="{9BD57DBB-078F-BA43-A796-0FD34AC87550}" destId="{D4E645DB-A80F-614E-9022-A158A0969107}" srcOrd="2" destOrd="0" presId="urn:microsoft.com/office/officeart/2005/8/layout/list1"/>
    <dgm:cxn modelId="{63F4F6EE-EDDB-8648-B8A9-293836F180B5}" type="presParOf" srcId="{9BD57DBB-078F-BA43-A796-0FD34AC87550}" destId="{C12293FD-DAE9-EF4C-822D-41D7176D5BFB}" srcOrd="3" destOrd="0" presId="urn:microsoft.com/office/officeart/2005/8/layout/list1"/>
    <dgm:cxn modelId="{8A2D33F3-D08D-5040-9B65-699D9B0B63E0}" type="presParOf" srcId="{9BD57DBB-078F-BA43-A796-0FD34AC87550}" destId="{7B30292F-4776-0B49-B6AB-574065000554}" srcOrd="4" destOrd="0" presId="urn:microsoft.com/office/officeart/2005/8/layout/list1"/>
    <dgm:cxn modelId="{72CCC997-C49F-C04A-BD31-33C6EE3C7697}" type="presParOf" srcId="{7B30292F-4776-0B49-B6AB-574065000554}" destId="{6BBC3A1B-4AE3-724B-B778-AC6AD9204B8C}" srcOrd="0" destOrd="0" presId="urn:microsoft.com/office/officeart/2005/8/layout/list1"/>
    <dgm:cxn modelId="{EF73F087-8684-7A4B-BF4D-0C4C3B6C8698}" type="presParOf" srcId="{7B30292F-4776-0B49-B6AB-574065000554}" destId="{BB85C36F-CD08-944B-A6F8-D0A1BDF0E4C9}" srcOrd="1" destOrd="0" presId="urn:microsoft.com/office/officeart/2005/8/layout/list1"/>
    <dgm:cxn modelId="{AF147422-9EE2-8B42-959A-6E087C740688}" type="presParOf" srcId="{9BD57DBB-078F-BA43-A796-0FD34AC87550}" destId="{07E09F58-DA42-6140-8C1B-6AA6F917C36C}" srcOrd="5" destOrd="0" presId="urn:microsoft.com/office/officeart/2005/8/layout/list1"/>
    <dgm:cxn modelId="{5E669ACE-3643-1443-AC02-9A42A56D3E8A}" type="presParOf" srcId="{9BD57DBB-078F-BA43-A796-0FD34AC87550}" destId="{F0274293-BC50-E84D-AAD5-A8BAA02FB71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4E0B9B-77F3-8641-832A-3A61905DF346}" type="doc">
      <dgm:prSet loTypeId="urn:microsoft.com/office/officeart/2005/8/layout/list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de-DE"/>
        </a:p>
      </dgm:t>
    </dgm:pt>
    <dgm:pt modelId="{71847043-5599-6241-92B3-3A64B8BD8B6E}">
      <dgm:prSet/>
      <dgm:spPr/>
      <dgm:t>
        <a:bodyPr/>
        <a:lstStyle/>
        <a:p>
          <a:r>
            <a:rPr lang="de-DE"/>
            <a:t>Dockerfile</a:t>
          </a:r>
        </a:p>
      </dgm:t>
    </dgm:pt>
    <dgm:pt modelId="{0E0B2EB9-56C9-B34F-95C6-0D7877A82AA6}" type="parTrans" cxnId="{49C129DD-5B4D-9A4E-BEC6-AD3B36A22CA3}">
      <dgm:prSet/>
      <dgm:spPr/>
      <dgm:t>
        <a:bodyPr/>
        <a:lstStyle/>
        <a:p>
          <a:endParaRPr lang="de-DE"/>
        </a:p>
      </dgm:t>
    </dgm:pt>
    <dgm:pt modelId="{B448CBBA-14CB-1E4A-987C-828A85ED85AC}" type="sibTrans" cxnId="{49C129DD-5B4D-9A4E-BEC6-AD3B36A22CA3}">
      <dgm:prSet/>
      <dgm:spPr/>
      <dgm:t>
        <a:bodyPr/>
        <a:lstStyle/>
        <a:p>
          <a:endParaRPr lang="de-DE"/>
        </a:p>
      </dgm:t>
    </dgm:pt>
    <dgm:pt modelId="{549A653B-69DF-DE4F-BB69-3907E0F9BBE8}">
      <dgm:prSet/>
      <dgm:spPr/>
      <dgm:t>
        <a:bodyPr/>
        <a:lstStyle/>
        <a:p>
          <a:r>
            <a:rPr lang="de-DE" dirty="0"/>
            <a:t>Verwendung von Linux Alpine &amp; Multi-Stage-</a:t>
          </a:r>
          <a:r>
            <a:rPr lang="de-DE" dirty="0" err="1"/>
            <a:t>Builds</a:t>
          </a:r>
          <a:endParaRPr lang="de-DE" dirty="0"/>
        </a:p>
      </dgm:t>
    </dgm:pt>
    <dgm:pt modelId="{C21F05DB-5BF3-CA41-AB6D-09B7B5B75595}" type="parTrans" cxnId="{CB1322D3-9629-7140-948C-6FAA303A6BC0}">
      <dgm:prSet/>
      <dgm:spPr/>
      <dgm:t>
        <a:bodyPr/>
        <a:lstStyle/>
        <a:p>
          <a:endParaRPr lang="de-DE"/>
        </a:p>
      </dgm:t>
    </dgm:pt>
    <dgm:pt modelId="{AE0BD144-2388-8842-A677-2B030ADB4460}" type="sibTrans" cxnId="{CB1322D3-9629-7140-948C-6FAA303A6BC0}">
      <dgm:prSet/>
      <dgm:spPr/>
      <dgm:t>
        <a:bodyPr/>
        <a:lstStyle/>
        <a:p>
          <a:endParaRPr lang="de-DE"/>
        </a:p>
      </dgm:t>
    </dgm:pt>
    <dgm:pt modelId="{460F171F-5BC5-3649-8EDA-1C3FC8797BD5}">
      <dgm:prSet/>
      <dgm:spPr/>
      <dgm:t>
        <a:bodyPr/>
        <a:lstStyle/>
        <a:p>
          <a:r>
            <a:rPr lang="de-DE"/>
            <a:t>Docker Compose</a:t>
          </a:r>
        </a:p>
      </dgm:t>
    </dgm:pt>
    <dgm:pt modelId="{D55E762D-6A88-F84B-8B84-3C98E1C213C8}" type="parTrans" cxnId="{F0D7DD83-A334-964F-8387-5D0AD8F0F5CB}">
      <dgm:prSet/>
      <dgm:spPr/>
      <dgm:t>
        <a:bodyPr/>
        <a:lstStyle/>
        <a:p>
          <a:endParaRPr lang="de-DE"/>
        </a:p>
      </dgm:t>
    </dgm:pt>
    <dgm:pt modelId="{1CAF324A-574D-5A47-BF67-92C7471ED180}" type="sibTrans" cxnId="{F0D7DD83-A334-964F-8387-5D0AD8F0F5CB}">
      <dgm:prSet/>
      <dgm:spPr/>
      <dgm:t>
        <a:bodyPr/>
        <a:lstStyle/>
        <a:p>
          <a:endParaRPr lang="de-DE"/>
        </a:p>
      </dgm:t>
    </dgm:pt>
    <dgm:pt modelId="{8082BF8D-E5B3-5B46-B6A6-857627E2B0CA}">
      <dgm:prSet/>
      <dgm:spPr/>
      <dgm:t>
        <a:bodyPr/>
        <a:lstStyle/>
        <a:p>
          <a:r>
            <a:rPr lang="de-DE"/>
            <a:t>Eigenes Compose-File für Development </a:t>
          </a:r>
          <a:r>
            <a:rPr lang="de-DE">
              <a:sym typeface="Wingdings" pitchFamily="2" charset="2"/>
            </a:rPr>
            <a:t></a:t>
          </a:r>
          <a:r>
            <a:rPr lang="de-DE"/>
            <a:t> Ermöglicht Synchronisation der Dateien </a:t>
          </a:r>
        </a:p>
      </dgm:t>
    </dgm:pt>
    <dgm:pt modelId="{DB84C2EC-9B33-704F-83BA-729FC80AB3AC}" type="parTrans" cxnId="{1ED74097-4552-B14D-8DA3-5B1FF0970A9F}">
      <dgm:prSet/>
      <dgm:spPr/>
      <dgm:t>
        <a:bodyPr/>
        <a:lstStyle/>
        <a:p>
          <a:endParaRPr lang="de-DE"/>
        </a:p>
      </dgm:t>
    </dgm:pt>
    <dgm:pt modelId="{EDFCABB1-4383-9B4C-9CEF-19D65D4E1F52}" type="sibTrans" cxnId="{1ED74097-4552-B14D-8DA3-5B1FF0970A9F}">
      <dgm:prSet/>
      <dgm:spPr/>
      <dgm:t>
        <a:bodyPr/>
        <a:lstStyle/>
        <a:p>
          <a:endParaRPr lang="de-DE"/>
        </a:p>
      </dgm:t>
    </dgm:pt>
    <dgm:pt modelId="{89464230-1006-B244-A93F-6707C288519A}">
      <dgm:prSet/>
      <dgm:spPr/>
      <dgm:t>
        <a:bodyPr/>
        <a:lstStyle/>
        <a:p>
          <a:r>
            <a:rPr lang="de-DE" dirty="0"/>
            <a:t>Pullen des AMD64-Container-Images vom Docker-Hub</a:t>
          </a:r>
        </a:p>
      </dgm:t>
    </dgm:pt>
    <dgm:pt modelId="{2FD8AE87-0515-A14A-AC7C-C9916BC5564D}" type="parTrans" cxnId="{3E849743-2702-384B-A065-6F8DDAA8345A}">
      <dgm:prSet/>
      <dgm:spPr/>
      <dgm:t>
        <a:bodyPr/>
        <a:lstStyle/>
        <a:p>
          <a:endParaRPr lang="de-DE"/>
        </a:p>
      </dgm:t>
    </dgm:pt>
    <dgm:pt modelId="{4F2019B1-330D-6E46-9844-9A4E8B606826}" type="sibTrans" cxnId="{3E849743-2702-384B-A065-6F8DDAA8345A}">
      <dgm:prSet/>
      <dgm:spPr/>
      <dgm:t>
        <a:bodyPr/>
        <a:lstStyle/>
        <a:p>
          <a:endParaRPr lang="de-DE"/>
        </a:p>
      </dgm:t>
    </dgm:pt>
    <dgm:pt modelId="{E00EEC7A-8DE5-2141-A62B-3BAEC2E3AFF2}">
      <dgm:prSet/>
      <dgm:spPr/>
      <dgm:t>
        <a:bodyPr/>
        <a:lstStyle/>
        <a:p>
          <a:r>
            <a:rPr lang="de-DE"/>
            <a:t>Mapping von Port 5000 (intern) auf Port 80 (extern)</a:t>
          </a:r>
        </a:p>
      </dgm:t>
    </dgm:pt>
    <dgm:pt modelId="{DCECEDA2-0131-F84E-89FF-3759CC0C3696}" type="parTrans" cxnId="{DC97F332-7B89-BB46-BFFE-ED3D555E63F9}">
      <dgm:prSet/>
      <dgm:spPr/>
      <dgm:t>
        <a:bodyPr/>
        <a:lstStyle/>
        <a:p>
          <a:endParaRPr lang="de-DE"/>
        </a:p>
      </dgm:t>
    </dgm:pt>
    <dgm:pt modelId="{F9A2A28D-AE94-CA4F-92B4-D6D8285D074D}" type="sibTrans" cxnId="{DC97F332-7B89-BB46-BFFE-ED3D555E63F9}">
      <dgm:prSet/>
      <dgm:spPr/>
      <dgm:t>
        <a:bodyPr/>
        <a:lstStyle/>
        <a:p>
          <a:endParaRPr lang="de-DE"/>
        </a:p>
      </dgm:t>
    </dgm:pt>
    <dgm:pt modelId="{011223FD-2B4E-4D41-A93C-A695F58AC17A}">
      <dgm:prSet/>
      <dgm:spPr/>
      <dgm:t>
        <a:bodyPr/>
        <a:lstStyle/>
        <a:p>
          <a:r>
            <a:rPr lang="de-DE"/>
            <a:t>Laden eines .env-Files</a:t>
          </a:r>
        </a:p>
      </dgm:t>
    </dgm:pt>
    <dgm:pt modelId="{B1496CAB-7D9B-2949-99FD-1DD9F822224C}" type="parTrans" cxnId="{60571278-91DB-7345-A2FA-87AD2C4580BD}">
      <dgm:prSet/>
      <dgm:spPr/>
      <dgm:t>
        <a:bodyPr/>
        <a:lstStyle/>
        <a:p>
          <a:endParaRPr lang="de-DE"/>
        </a:p>
      </dgm:t>
    </dgm:pt>
    <dgm:pt modelId="{E2D4CA4D-193A-0F40-8ED7-A9DD77E97695}" type="sibTrans" cxnId="{60571278-91DB-7345-A2FA-87AD2C4580BD}">
      <dgm:prSet/>
      <dgm:spPr/>
      <dgm:t>
        <a:bodyPr/>
        <a:lstStyle/>
        <a:p>
          <a:endParaRPr lang="de-DE"/>
        </a:p>
      </dgm:t>
    </dgm:pt>
    <dgm:pt modelId="{BA53A510-F71C-0C4F-ACA2-4AA99FFD44A8}" type="pres">
      <dgm:prSet presAssocID="{654E0B9B-77F3-8641-832A-3A61905DF346}" presName="linear" presStyleCnt="0">
        <dgm:presLayoutVars>
          <dgm:dir/>
          <dgm:animLvl val="lvl"/>
          <dgm:resizeHandles val="exact"/>
        </dgm:presLayoutVars>
      </dgm:prSet>
      <dgm:spPr/>
    </dgm:pt>
    <dgm:pt modelId="{44B6FFF6-AE19-8348-989A-9E046FB1C9CD}" type="pres">
      <dgm:prSet presAssocID="{71847043-5599-6241-92B3-3A64B8BD8B6E}" presName="parentLin" presStyleCnt="0"/>
      <dgm:spPr/>
    </dgm:pt>
    <dgm:pt modelId="{A37C837F-D7C9-584B-A6D9-F747F3184BDF}" type="pres">
      <dgm:prSet presAssocID="{71847043-5599-6241-92B3-3A64B8BD8B6E}" presName="parentLeftMargin" presStyleLbl="node1" presStyleIdx="0" presStyleCnt="2"/>
      <dgm:spPr/>
    </dgm:pt>
    <dgm:pt modelId="{10F387B4-CD5E-564F-9AF1-AAAF522BB0D7}" type="pres">
      <dgm:prSet presAssocID="{71847043-5599-6241-92B3-3A64B8BD8B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A43480-8239-914A-B61B-5B09E4F19B81}" type="pres">
      <dgm:prSet presAssocID="{71847043-5599-6241-92B3-3A64B8BD8B6E}" presName="negativeSpace" presStyleCnt="0"/>
      <dgm:spPr/>
    </dgm:pt>
    <dgm:pt modelId="{61874D28-084D-554F-80A3-7C494BBB83F0}" type="pres">
      <dgm:prSet presAssocID="{71847043-5599-6241-92B3-3A64B8BD8B6E}" presName="childText" presStyleLbl="conFgAcc1" presStyleIdx="0" presStyleCnt="2">
        <dgm:presLayoutVars>
          <dgm:bulletEnabled val="1"/>
        </dgm:presLayoutVars>
      </dgm:prSet>
      <dgm:spPr/>
    </dgm:pt>
    <dgm:pt modelId="{21A42D8C-F338-C341-AF1C-BC5E66D95732}" type="pres">
      <dgm:prSet presAssocID="{B448CBBA-14CB-1E4A-987C-828A85ED85AC}" presName="spaceBetweenRectangles" presStyleCnt="0"/>
      <dgm:spPr/>
    </dgm:pt>
    <dgm:pt modelId="{E7F74050-0438-C942-90AC-32F9F59A4C47}" type="pres">
      <dgm:prSet presAssocID="{460F171F-5BC5-3649-8EDA-1C3FC8797BD5}" presName="parentLin" presStyleCnt="0"/>
      <dgm:spPr/>
    </dgm:pt>
    <dgm:pt modelId="{F9550699-9431-4344-B1C9-BE2FC76F1F8E}" type="pres">
      <dgm:prSet presAssocID="{460F171F-5BC5-3649-8EDA-1C3FC8797BD5}" presName="parentLeftMargin" presStyleLbl="node1" presStyleIdx="0" presStyleCnt="2"/>
      <dgm:spPr/>
    </dgm:pt>
    <dgm:pt modelId="{45F266B5-BAF8-9242-A65D-C30408B1A368}" type="pres">
      <dgm:prSet presAssocID="{460F171F-5BC5-3649-8EDA-1C3FC8797BD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3C47067-1FA7-8D4E-8D55-65E21BB89E31}" type="pres">
      <dgm:prSet presAssocID="{460F171F-5BC5-3649-8EDA-1C3FC8797BD5}" presName="negativeSpace" presStyleCnt="0"/>
      <dgm:spPr/>
    </dgm:pt>
    <dgm:pt modelId="{EF282A2F-3107-6248-A1B3-41B7E7B24105}" type="pres">
      <dgm:prSet presAssocID="{460F171F-5BC5-3649-8EDA-1C3FC8797BD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53F9919-4A20-834B-ACDF-48A6DAC1EF68}" type="presOf" srcId="{460F171F-5BC5-3649-8EDA-1C3FC8797BD5}" destId="{F9550699-9431-4344-B1C9-BE2FC76F1F8E}" srcOrd="0" destOrd="0" presId="urn:microsoft.com/office/officeart/2005/8/layout/list1"/>
    <dgm:cxn modelId="{3D972823-E2CD-4744-B1C5-F0FCBFCBB415}" type="presOf" srcId="{654E0B9B-77F3-8641-832A-3A61905DF346}" destId="{BA53A510-F71C-0C4F-ACA2-4AA99FFD44A8}" srcOrd="0" destOrd="0" presId="urn:microsoft.com/office/officeart/2005/8/layout/list1"/>
    <dgm:cxn modelId="{DC97F332-7B89-BB46-BFFE-ED3D555E63F9}" srcId="{460F171F-5BC5-3649-8EDA-1C3FC8797BD5}" destId="{E00EEC7A-8DE5-2141-A62B-3BAEC2E3AFF2}" srcOrd="2" destOrd="0" parTransId="{DCECEDA2-0131-F84E-89FF-3759CC0C3696}" sibTransId="{F9A2A28D-AE94-CA4F-92B4-D6D8285D074D}"/>
    <dgm:cxn modelId="{140A613D-4A9B-7E47-B1A6-EFBBE6B6F6F8}" type="presOf" srcId="{71847043-5599-6241-92B3-3A64B8BD8B6E}" destId="{A37C837F-D7C9-584B-A6D9-F747F3184BDF}" srcOrd="0" destOrd="0" presId="urn:microsoft.com/office/officeart/2005/8/layout/list1"/>
    <dgm:cxn modelId="{3E849743-2702-384B-A065-6F8DDAA8345A}" srcId="{460F171F-5BC5-3649-8EDA-1C3FC8797BD5}" destId="{89464230-1006-B244-A93F-6707C288519A}" srcOrd="1" destOrd="0" parTransId="{2FD8AE87-0515-A14A-AC7C-C9916BC5564D}" sibTransId="{4F2019B1-330D-6E46-9844-9A4E8B606826}"/>
    <dgm:cxn modelId="{B629C968-5922-F54A-A74F-06E15E75131E}" type="presOf" srcId="{89464230-1006-B244-A93F-6707C288519A}" destId="{EF282A2F-3107-6248-A1B3-41B7E7B24105}" srcOrd="0" destOrd="1" presId="urn:microsoft.com/office/officeart/2005/8/layout/list1"/>
    <dgm:cxn modelId="{60571278-91DB-7345-A2FA-87AD2C4580BD}" srcId="{460F171F-5BC5-3649-8EDA-1C3FC8797BD5}" destId="{011223FD-2B4E-4D41-A93C-A695F58AC17A}" srcOrd="3" destOrd="0" parTransId="{B1496CAB-7D9B-2949-99FD-1DD9F822224C}" sibTransId="{E2D4CA4D-193A-0F40-8ED7-A9DD77E97695}"/>
    <dgm:cxn modelId="{F0D7DD83-A334-964F-8387-5D0AD8F0F5CB}" srcId="{654E0B9B-77F3-8641-832A-3A61905DF346}" destId="{460F171F-5BC5-3649-8EDA-1C3FC8797BD5}" srcOrd="1" destOrd="0" parTransId="{D55E762D-6A88-F84B-8B84-3C98E1C213C8}" sibTransId="{1CAF324A-574D-5A47-BF67-92C7471ED180}"/>
    <dgm:cxn modelId="{8246638C-87D3-BF4E-BBC3-0FCF969E65BD}" type="presOf" srcId="{460F171F-5BC5-3649-8EDA-1C3FC8797BD5}" destId="{45F266B5-BAF8-9242-A65D-C30408B1A368}" srcOrd="1" destOrd="0" presId="urn:microsoft.com/office/officeart/2005/8/layout/list1"/>
    <dgm:cxn modelId="{1ED74097-4552-B14D-8DA3-5B1FF0970A9F}" srcId="{460F171F-5BC5-3649-8EDA-1C3FC8797BD5}" destId="{8082BF8D-E5B3-5B46-B6A6-857627E2B0CA}" srcOrd="0" destOrd="0" parTransId="{DB84C2EC-9B33-704F-83BA-729FC80AB3AC}" sibTransId="{EDFCABB1-4383-9B4C-9CEF-19D65D4E1F52}"/>
    <dgm:cxn modelId="{B35EB09E-CA30-C145-B623-85356E99DCA2}" type="presOf" srcId="{549A653B-69DF-DE4F-BB69-3907E0F9BBE8}" destId="{61874D28-084D-554F-80A3-7C494BBB83F0}" srcOrd="0" destOrd="0" presId="urn:microsoft.com/office/officeart/2005/8/layout/list1"/>
    <dgm:cxn modelId="{44990BC9-53B7-974E-A187-EAD2F8D6EB28}" type="presOf" srcId="{71847043-5599-6241-92B3-3A64B8BD8B6E}" destId="{10F387B4-CD5E-564F-9AF1-AAAF522BB0D7}" srcOrd="1" destOrd="0" presId="urn:microsoft.com/office/officeart/2005/8/layout/list1"/>
    <dgm:cxn modelId="{CB1322D3-9629-7140-948C-6FAA303A6BC0}" srcId="{71847043-5599-6241-92B3-3A64B8BD8B6E}" destId="{549A653B-69DF-DE4F-BB69-3907E0F9BBE8}" srcOrd="0" destOrd="0" parTransId="{C21F05DB-5BF3-CA41-AB6D-09B7B5B75595}" sibTransId="{AE0BD144-2388-8842-A677-2B030ADB4460}"/>
    <dgm:cxn modelId="{149659D5-DF60-A34B-B35E-606DB0C33066}" type="presOf" srcId="{011223FD-2B4E-4D41-A93C-A695F58AC17A}" destId="{EF282A2F-3107-6248-A1B3-41B7E7B24105}" srcOrd="0" destOrd="3" presId="urn:microsoft.com/office/officeart/2005/8/layout/list1"/>
    <dgm:cxn modelId="{4E3F61D9-DBC4-E04D-933A-B08C60816049}" type="presOf" srcId="{8082BF8D-E5B3-5B46-B6A6-857627E2B0CA}" destId="{EF282A2F-3107-6248-A1B3-41B7E7B24105}" srcOrd="0" destOrd="0" presId="urn:microsoft.com/office/officeart/2005/8/layout/list1"/>
    <dgm:cxn modelId="{49C129DD-5B4D-9A4E-BEC6-AD3B36A22CA3}" srcId="{654E0B9B-77F3-8641-832A-3A61905DF346}" destId="{71847043-5599-6241-92B3-3A64B8BD8B6E}" srcOrd="0" destOrd="0" parTransId="{0E0B2EB9-56C9-B34F-95C6-0D7877A82AA6}" sibTransId="{B448CBBA-14CB-1E4A-987C-828A85ED85AC}"/>
    <dgm:cxn modelId="{ABF8BBED-C337-1745-A8E6-A9F6E94D609A}" type="presOf" srcId="{E00EEC7A-8DE5-2141-A62B-3BAEC2E3AFF2}" destId="{EF282A2F-3107-6248-A1B3-41B7E7B24105}" srcOrd="0" destOrd="2" presId="urn:microsoft.com/office/officeart/2005/8/layout/list1"/>
    <dgm:cxn modelId="{DC549B84-982B-EA45-A405-3D2E5B907450}" type="presParOf" srcId="{BA53A510-F71C-0C4F-ACA2-4AA99FFD44A8}" destId="{44B6FFF6-AE19-8348-989A-9E046FB1C9CD}" srcOrd="0" destOrd="0" presId="urn:microsoft.com/office/officeart/2005/8/layout/list1"/>
    <dgm:cxn modelId="{ECE52EA7-C16E-CE48-999E-069F17E18BF3}" type="presParOf" srcId="{44B6FFF6-AE19-8348-989A-9E046FB1C9CD}" destId="{A37C837F-D7C9-584B-A6D9-F747F3184BDF}" srcOrd="0" destOrd="0" presId="urn:microsoft.com/office/officeart/2005/8/layout/list1"/>
    <dgm:cxn modelId="{926F7C82-7558-2240-BEEC-DB8D5A72958D}" type="presParOf" srcId="{44B6FFF6-AE19-8348-989A-9E046FB1C9CD}" destId="{10F387B4-CD5E-564F-9AF1-AAAF522BB0D7}" srcOrd="1" destOrd="0" presId="urn:microsoft.com/office/officeart/2005/8/layout/list1"/>
    <dgm:cxn modelId="{86F5E2B7-1676-274E-AA2C-AC2092137951}" type="presParOf" srcId="{BA53A510-F71C-0C4F-ACA2-4AA99FFD44A8}" destId="{71A43480-8239-914A-B61B-5B09E4F19B81}" srcOrd="1" destOrd="0" presId="urn:microsoft.com/office/officeart/2005/8/layout/list1"/>
    <dgm:cxn modelId="{20D5135A-D33E-424A-A7B8-A77E01490EDA}" type="presParOf" srcId="{BA53A510-F71C-0C4F-ACA2-4AA99FFD44A8}" destId="{61874D28-084D-554F-80A3-7C494BBB83F0}" srcOrd="2" destOrd="0" presId="urn:microsoft.com/office/officeart/2005/8/layout/list1"/>
    <dgm:cxn modelId="{653DEE67-84D7-D04E-91E4-142D85B64450}" type="presParOf" srcId="{BA53A510-F71C-0C4F-ACA2-4AA99FFD44A8}" destId="{21A42D8C-F338-C341-AF1C-BC5E66D95732}" srcOrd="3" destOrd="0" presId="urn:microsoft.com/office/officeart/2005/8/layout/list1"/>
    <dgm:cxn modelId="{AE4707A6-6EB0-5049-9992-2C7F6F74DCA9}" type="presParOf" srcId="{BA53A510-F71C-0C4F-ACA2-4AA99FFD44A8}" destId="{E7F74050-0438-C942-90AC-32F9F59A4C47}" srcOrd="4" destOrd="0" presId="urn:microsoft.com/office/officeart/2005/8/layout/list1"/>
    <dgm:cxn modelId="{1A23159B-89D0-D74C-9BB1-79F68A6FC624}" type="presParOf" srcId="{E7F74050-0438-C942-90AC-32F9F59A4C47}" destId="{F9550699-9431-4344-B1C9-BE2FC76F1F8E}" srcOrd="0" destOrd="0" presId="urn:microsoft.com/office/officeart/2005/8/layout/list1"/>
    <dgm:cxn modelId="{667CBE67-6401-6743-A097-0395A9D9733D}" type="presParOf" srcId="{E7F74050-0438-C942-90AC-32F9F59A4C47}" destId="{45F266B5-BAF8-9242-A65D-C30408B1A368}" srcOrd="1" destOrd="0" presId="urn:microsoft.com/office/officeart/2005/8/layout/list1"/>
    <dgm:cxn modelId="{BDB39432-78FA-614C-AB28-A95DD92CCD65}" type="presParOf" srcId="{BA53A510-F71C-0C4F-ACA2-4AA99FFD44A8}" destId="{A3C47067-1FA7-8D4E-8D55-65E21BB89E31}" srcOrd="5" destOrd="0" presId="urn:microsoft.com/office/officeart/2005/8/layout/list1"/>
    <dgm:cxn modelId="{47AACB27-E944-7E45-B13D-23E90D774E9A}" type="presParOf" srcId="{BA53A510-F71C-0C4F-ACA2-4AA99FFD44A8}" destId="{EF282A2F-3107-6248-A1B3-41B7E7B2410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4AB889-41F1-6D42-90F3-0AB44BF21532}" type="doc">
      <dgm:prSet loTypeId="urn:microsoft.com/office/officeart/2005/8/layout/list1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de-DE"/>
        </a:p>
      </dgm:t>
    </dgm:pt>
    <dgm:pt modelId="{42C9615B-7E73-FD4D-8A6C-47E62166B3B0}">
      <dgm:prSet/>
      <dgm:spPr/>
      <dgm:t>
        <a:bodyPr/>
        <a:lstStyle/>
        <a:p>
          <a:r>
            <a:rPr lang="de-DE"/>
            <a:t>Fazit</a:t>
          </a:r>
        </a:p>
      </dgm:t>
    </dgm:pt>
    <dgm:pt modelId="{0D24F123-4217-0047-9A01-C502CB76588C}" type="parTrans" cxnId="{3F52B3F8-C4C7-3746-9FBC-F82435ED4E26}">
      <dgm:prSet/>
      <dgm:spPr/>
      <dgm:t>
        <a:bodyPr/>
        <a:lstStyle/>
        <a:p>
          <a:endParaRPr lang="de-DE"/>
        </a:p>
      </dgm:t>
    </dgm:pt>
    <dgm:pt modelId="{B9342DE6-209E-AB47-88AC-E467996A2C82}" type="sibTrans" cxnId="{3F52B3F8-C4C7-3746-9FBC-F82435ED4E26}">
      <dgm:prSet/>
      <dgm:spPr/>
      <dgm:t>
        <a:bodyPr/>
        <a:lstStyle/>
        <a:p>
          <a:endParaRPr lang="de-DE"/>
        </a:p>
      </dgm:t>
    </dgm:pt>
    <dgm:pt modelId="{7C88F6C0-E2A0-0C4E-9226-2678C0F9CA8C}">
      <dgm:prSet/>
      <dgm:spPr/>
      <dgm:t>
        <a:bodyPr/>
        <a:lstStyle/>
        <a:p>
          <a:r>
            <a:rPr lang="de-DE"/>
            <a:t>Arbeit bietet gute Grundlage für Webanwendung mit Terraform und Ansible</a:t>
          </a:r>
        </a:p>
      </dgm:t>
    </dgm:pt>
    <dgm:pt modelId="{1B4A6025-B7F5-E540-8C9C-15140D1326FD}" type="parTrans" cxnId="{D6993C53-A4EC-624A-8F99-704E726E7ED2}">
      <dgm:prSet/>
      <dgm:spPr/>
      <dgm:t>
        <a:bodyPr/>
        <a:lstStyle/>
        <a:p>
          <a:endParaRPr lang="de-DE"/>
        </a:p>
      </dgm:t>
    </dgm:pt>
    <dgm:pt modelId="{27D6431C-7A1B-2F4F-A75A-4CF2934992D8}" type="sibTrans" cxnId="{D6993C53-A4EC-624A-8F99-704E726E7ED2}">
      <dgm:prSet/>
      <dgm:spPr/>
      <dgm:t>
        <a:bodyPr/>
        <a:lstStyle/>
        <a:p>
          <a:endParaRPr lang="de-DE"/>
        </a:p>
      </dgm:t>
    </dgm:pt>
    <dgm:pt modelId="{F1C06E43-5834-4D4D-9672-A4E95EA41495}">
      <dgm:prSet/>
      <dgm:spPr/>
      <dgm:t>
        <a:bodyPr/>
        <a:lstStyle/>
        <a:p>
          <a:r>
            <a:rPr lang="de-DE"/>
            <a:t>Ausblick</a:t>
          </a:r>
        </a:p>
      </dgm:t>
    </dgm:pt>
    <dgm:pt modelId="{D749A97E-18C3-6740-B40D-C1FEBE1AF110}" type="parTrans" cxnId="{5958BE0E-4925-E344-94DA-D9A909157733}">
      <dgm:prSet/>
      <dgm:spPr/>
      <dgm:t>
        <a:bodyPr/>
        <a:lstStyle/>
        <a:p>
          <a:endParaRPr lang="de-DE"/>
        </a:p>
      </dgm:t>
    </dgm:pt>
    <dgm:pt modelId="{5EF7CF38-4FD5-A244-BE62-211A8A754167}" type="sibTrans" cxnId="{5958BE0E-4925-E344-94DA-D9A909157733}">
      <dgm:prSet/>
      <dgm:spPr/>
      <dgm:t>
        <a:bodyPr/>
        <a:lstStyle/>
        <a:p>
          <a:endParaRPr lang="de-DE"/>
        </a:p>
      </dgm:t>
    </dgm:pt>
    <dgm:pt modelId="{B3C81EE9-6A9B-C94D-8E39-E6AEFC03636B}">
      <dgm:prSet/>
      <dgm:spPr/>
      <dgm:t>
        <a:bodyPr/>
        <a:lstStyle/>
        <a:p>
          <a:r>
            <a:rPr lang="de-DE"/>
            <a:t>Load Balancer</a:t>
          </a:r>
        </a:p>
      </dgm:t>
    </dgm:pt>
    <dgm:pt modelId="{02808062-B5F4-5148-8947-D2810AB7D150}" type="parTrans" cxnId="{FC0D4456-5440-354A-B4FF-8AA2B9B9F24C}">
      <dgm:prSet/>
      <dgm:spPr/>
      <dgm:t>
        <a:bodyPr/>
        <a:lstStyle/>
        <a:p>
          <a:endParaRPr lang="de-DE"/>
        </a:p>
      </dgm:t>
    </dgm:pt>
    <dgm:pt modelId="{4BE03926-952A-8441-B119-5B9796465B75}" type="sibTrans" cxnId="{FC0D4456-5440-354A-B4FF-8AA2B9B9F24C}">
      <dgm:prSet/>
      <dgm:spPr/>
      <dgm:t>
        <a:bodyPr/>
        <a:lstStyle/>
        <a:p>
          <a:endParaRPr lang="de-DE"/>
        </a:p>
      </dgm:t>
    </dgm:pt>
    <dgm:pt modelId="{0EA7824A-32B5-7244-AB50-E12F78FB0C60}">
      <dgm:prSet/>
      <dgm:spPr/>
      <dgm:t>
        <a:bodyPr/>
        <a:lstStyle/>
        <a:p>
          <a:r>
            <a:rPr lang="de-DE"/>
            <a:t>Reverse-Proxy</a:t>
          </a:r>
        </a:p>
      </dgm:t>
    </dgm:pt>
    <dgm:pt modelId="{CAEBC568-03A1-8844-8B89-C8B63828F373}" type="parTrans" cxnId="{E769DF02-8ACD-6641-9234-3ADA2AB2C05A}">
      <dgm:prSet/>
      <dgm:spPr/>
      <dgm:t>
        <a:bodyPr/>
        <a:lstStyle/>
        <a:p>
          <a:endParaRPr lang="de-DE"/>
        </a:p>
      </dgm:t>
    </dgm:pt>
    <dgm:pt modelId="{82069E7D-3AF6-CB49-9AD2-4F5939D04B8E}" type="sibTrans" cxnId="{E769DF02-8ACD-6641-9234-3ADA2AB2C05A}">
      <dgm:prSet/>
      <dgm:spPr/>
      <dgm:t>
        <a:bodyPr/>
        <a:lstStyle/>
        <a:p>
          <a:endParaRPr lang="de-DE"/>
        </a:p>
      </dgm:t>
    </dgm:pt>
    <dgm:pt modelId="{6BBEAA72-2419-E043-BF29-8427DE813D7F}">
      <dgm:prSet/>
      <dgm:spPr/>
      <dgm:t>
        <a:bodyPr/>
        <a:lstStyle/>
        <a:p>
          <a:r>
            <a:rPr lang="de-DE"/>
            <a:t>Monitoring-Tools</a:t>
          </a:r>
        </a:p>
      </dgm:t>
    </dgm:pt>
    <dgm:pt modelId="{F7252B02-C97C-1444-80FD-380894DCA298}" type="parTrans" cxnId="{81BF236D-25F2-0241-92F3-E5D857C059C3}">
      <dgm:prSet/>
      <dgm:spPr/>
      <dgm:t>
        <a:bodyPr/>
        <a:lstStyle/>
        <a:p>
          <a:endParaRPr lang="de-DE"/>
        </a:p>
      </dgm:t>
    </dgm:pt>
    <dgm:pt modelId="{23CFCC64-DEDF-FF42-BB2B-492A9391D069}" type="sibTrans" cxnId="{81BF236D-25F2-0241-92F3-E5D857C059C3}">
      <dgm:prSet/>
      <dgm:spPr/>
      <dgm:t>
        <a:bodyPr/>
        <a:lstStyle/>
        <a:p>
          <a:endParaRPr lang="de-DE"/>
        </a:p>
      </dgm:t>
    </dgm:pt>
    <dgm:pt modelId="{4F4966C9-DEAF-AA4A-A323-736CFF0F93DD}">
      <dgm:prSet/>
      <dgm:spPr/>
      <dgm:t>
        <a:bodyPr/>
        <a:lstStyle/>
        <a:p>
          <a:r>
            <a:rPr lang="de-DE"/>
            <a:t>CI/CD-Pipeline</a:t>
          </a:r>
        </a:p>
      </dgm:t>
    </dgm:pt>
    <dgm:pt modelId="{19463C3D-CEC6-5B46-9B20-73577BBFA3D0}" type="parTrans" cxnId="{6E713828-D4B4-F645-BFB8-E287B874C3DE}">
      <dgm:prSet/>
      <dgm:spPr/>
      <dgm:t>
        <a:bodyPr/>
        <a:lstStyle/>
        <a:p>
          <a:endParaRPr lang="de-DE"/>
        </a:p>
      </dgm:t>
    </dgm:pt>
    <dgm:pt modelId="{4EC987B7-627B-F94C-95E5-14624E7B0DCE}" type="sibTrans" cxnId="{6E713828-D4B4-F645-BFB8-E287B874C3DE}">
      <dgm:prSet/>
      <dgm:spPr/>
      <dgm:t>
        <a:bodyPr/>
        <a:lstStyle/>
        <a:p>
          <a:endParaRPr lang="de-DE"/>
        </a:p>
      </dgm:t>
    </dgm:pt>
    <dgm:pt modelId="{31FBA087-1FC2-E248-8C8B-F25D9717D4F6}" type="pres">
      <dgm:prSet presAssocID="{214AB889-41F1-6D42-90F3-0AB44BF21532}" presName="linear" presStyleCnt="0">
        <dgm:presLayoutVars>
          <dgm:dir/>
          <dgm:animLvl val="lvl"/>
          <dgm:resizeHandles val="exact"/>
        </dgm:presLayoutVars>
      </dgm:prSet>
      <dgm:spPr/>
    </dgm:pt>
    <dgm:pt modelId="{0F01BC1A-24A5-DE40-BB57-34686B4A2869}" type="pres">
      <dgm:prSet presAssocID="{42C9615B-7E73-FD4D-8A6C-47E62166B3B0}" presName="parentLin" presStyleCnt="0"/>
      <dgm:spPr/>
    </dgm:pt>
    <dgm:pt modelId="{E045AC85-64A2-2442-A6B7-DB7A527810A0}" type="pres">
      <dgm:prSet presAssocID="{42C9615B-7E73-FD4D-8A6C-47E62166B3B0}" presName="parentLeftMargin" presStyleLbl="node1" presStyleIdx="0" presStyleCnt="2"/>
      <dgm:spPr/>
    </dgm:pt>
    <dgm:pt modelId="{3E28FBC7-204B-5E42-B126-759033FB1223}" type="pres">
      <dgm:prSet presAssocID="{42C9615B-7E73-FD4D-8A6C-47E62166B3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AF54FF6-8751-E545-87A3-09F31040CF03}" type="pres">
      <dgm:prSet presAssocID="{42C9615B-7E73-FD4D-8A6C-47E62166B3B0}" presName="negativeSpace" presStyleCnt="0"/>
      <dgm:spPr/>
    </dgm:pt>
    <dgm:pt modelId="{F836E4FB-770F-3041-A986-BBA615518D16}" type="pres">
      <dgm:prSet presAssocID="{42C9615B-7E73-FD4D-8A6C-47E62166B3B0}" presName="childText" presStyleLbl="conFgAcc1" presStyleIdx="0" presStyleCnt="2">
        <dgm:presLayoutVars>
          <dgm:bulletEnabled val="1"/>
        </dgm:presLayoutVars>
      </dgm:prSet>
      <dgm:spPr/>
    </dgm:pt>
    <dgm:pt modelId="{42B9BC38-CD15-EE4A-8884-7D7E56DA0D22}" type="pres">
      <dgm:prSet presAssocID="{B9342DE6-209E-AB47-88AC-E467996A2C82}" presName="spaceBetweenRectangles" presStyleCnt="0"/>
      <dgm:spPr/>
    </dgm:pt>
    <dgm:pt modelId="{132C41C1-B0F6-0A40-B877-82A222CB0ACF}" type="pres">
      <dgm:prSet presAssocID="{F1C06E43-5834-4D4D-9672-A4E95EA41495}" presName="parentLin" presStyleCnt="0"/>
      <dgm:spPr/>
    </dgm:pt>
    <dgm:pt modelId="{8668B31E-9F0C-3B4B-A249-B59A212C9B36}" type="pres">
      <dgm:prSet presAssocID="{F1C06E43-5834-4D4D-9672-A4E95EA41495}" presName="parentLeftMargin" presStyleLbl="node1" presStyleIdx="0" presStyleCnt="2"/>
      <dgm:spPr/>
    </dgm:pt>
    <dgm:pt modelId="{46FAE8E7-494A-5E45-9052-3DED18C6AD0B}" type="pres">
      <dgm:prSet presAssocID="{F1C06E43-5834-4D4D-9672-A4E95EA4149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0B22DFF-0B9F-BA48-8F54-7DFD9D59BFC8}" type="pres">
      <dgm:prSet presAssocID="{F1C06E43-5834-4D4D-9672-A4E95EA41495}" presName="negativeSpace" presStyleCnt="0"/>
      <dgm:spPr/>
    </dgm:pt>
    <dgm:pt modelId="{D2E3886C-750E-1F45-B6D5-275DC169182E}" type="pres">
      <dgm:prSet presAssocID="{F1C06E43-5834-4D4D-9672-A4E95EA4149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769DF02-8ACD-6641-9234-3ADA2AB2C05A}" srcId="{F1C06E43-5834-4D4D-9672-A4E95EA41495}" destId="{0EA7824A-32B5-7244-AB50-E12F78FB0C60}" srcOrd="1" destOrd="0" parTransId="{CAEBC568-03A1-8844-8B89-C8B63828F373}" sibTransId="{82069E7D-3AF6-CB49-9AD2-4F5939D04B8E}"/>
    <dgm:cxn modelId="{5958BE0E-4925-E344-94DA-D9A909157733}" srcId="{214AB889-41F1-6D42-90F3-0AB44BF21532}" destId="{F1C06E43-5834-4D4D-9672-A4E95EA41495}" srcOrd="1" destOrd="0" parTransId="{D749A97E-18C3-6740-B40D-C1FEBE1AF110}" sibTransId="{5EF7CF38-4FD5-A244-BE62-211A8A754167}"/>
    <dgm:cxn modelId="{26085414-C473-F440-9356-F52F696CE0C1}" type="presOf" srcId="{6BBEAA72-2419-E043-BF29-8427DE813D7F}" destId="{D2E3886C-750E-1F45-B6D5-275DC169182E}" srcOrd="0" destOrd="2" presId="urn:microsoft.com/office/officeart/2005/8/layout/list1"/>
    <dgm:cxn modelId="{1635FE16-3571-8447-BEE0-462079B6E69A}" type="presOf" srcId="{7C88F6C0-E2A0-0C4E-9226-2678C0F9CA8C}" destId="{F836E4FB-770F-3041-A986-BBA615518D16}" srcOrd="0" destOrd="0" presId="urn:microsoft.com/office/officeart/2005/8/layout/list1"/>
    <dgm:cxn modelId="{E9CE4024-74EE-C44F-9E35-4B5C637E29F7}" type="presOf" srcId="{214AB889-41F1-6D42-90F3-0AB44BF21532}" destId="{31FBA087-1FC2-E248-8C8B-F25D9717D4F6}" srcOrd="0" destOrd="0" presId="urn:microsoft.com/office/officeart/2005/8/layout/list1"/>
    <dgm:cxn modelId="{6E713828-D4B4-F645-BFB8-E287B874C3DE}" srcId="{F1C06E43-5834-4D4D-9672-A4E95EA41495}" destId="{4F4966C9-DEAF-AA4A-A323-736CFF0F93DD}" srcOrd="3" destOrd="0" parTransId="{19463C3D-CEC6-5B46-9B20-73577BBFA3D0}" sibTransId="{4EC987B7-627B-F94C-95E5-14624E7B0DCE}"/>
    <dgm:cxn modelId="{B569962B-B8D1-FD47-8D66-2F771A0423D4}" type="presOf" srcId="{B3C81EE9-6A9B-C94D-8E39-E6AEFC03636B}" destId="{D2E3886C-750E-1F45-B6D5-275DC169182E}" srcOrd="0" destOrd="0" presId="urn:microsoft.com/office/officeart/2005/8/layout/list1"/>
    <dgm:cxn modelId="{785F132F-4BD7-0B40-9B37-87B9BBCD97C7}" type="presOf" srcId="{F1C06E43-5834-4D4D-9672-A4E95EA41495}" destId="{8668B31E-9F0C-3B4B-A249-B59A212C9B36}" srcOrd="0" destOrd="0" presId="urn:microsoft.com/office/officeart/2005/8/layout/list1"/>
    <dgm:cxn modelId="{D6993C53-A4EC-624A-8F99-704E726E7ED2}" srcId="{42C9615B-7E73-FD4D-8A6C-47E62166B3B0}" destId="{7C88F6C0-E2A0-0C4E-9226-2678C0F9CA8C}" srcOrd="0" destOrd="0" parTransId="{1B4A6025-B7F5-E540-8C9C-15140D1326FD}" sibTransId="{27D6431C-7A1B-2F4F-A75A-4CF2934992D8}"/>
    <dgm:cxn modelId="{FC0D4456-5440-354A-B4FF-8AA2B9B9F24C}" srcId="{F1C06E43-5834-4D4D-9672-A4E95EA41495}" destId="{B3C81EE9-6A9B-C94D-8E39-E6AEFC03636B}" srcOrd="0" destOrd="0" parTransId="{02808062-B5F4-5148-8947-D2810AB7D150}" sibTransId="{4BE03926-952A-8441-B119-5B9796465B75}"/>
    <dgm:cxn modelId="{81BF236D-25F2-0241-92F3-E5D857C059C3}" srcId="{F1C06E43-5834-4D4D-9672-A4E95EA41495}" destId="{6BBEAA72-2419-E043-BF29-8427DE813D7F}" srcOrd="2" destOrd="0" parTransId="{F7252B02-C97C-1444-80FD-380894DCA298}" sibTransId="{23CFCC64-DEDF-FF42-BB2B-492A9391D069}"/>
    <dgm:cxn modelId="{9D6E3381-7307-D743-8172-94BC42DC5948}" type="presOf" srcId="{0EA7824A-32B5-7244-AB50-E12F78FB0C60}" destId="{D2E3886C-750E-1F45-B6D5-275DC169182E}" srcOrd="0" destOrd="1" presId="urn:microsoft.com/office/officeart/2005/8/layout/list1"/>
    <dgm:cxn modelId="{6CEAA79D-DAF2-4444-890F-4A3FC7F794D8}" type="presOf" srcId="{42C9615B-7E73-FD4D-8A6C-47E62166B3B0}" destId="{3E28FBC7-204B-5E42-B126-759033FB1223}" srcOrd="1" destOrd="0" presId="urn:microsoft.com/office/officeart/2005/8/layout/list1"/>
    <dgm:cxn modelId="{C221F99E-7792-064B-9A60-994AB5094E9F}" type="presOf" srcId="{F1C06E43-5834-4D4D-9672-A4E95EA41495}" destId="{46FAE8E7-494A-5E45-9052-3DED18C6AD0B}" srcOrd="1" destOrd="0" presId="urn:microsoft.com/office/officeart/2005/8/layout/list1"/>
    <dgm:cxn modelId="{F0CFAFB9-5669-7B4B-8B3A-1F85FC2E395C}" type="presOf" srcId="{42C9615B-7E73-FD4D-8A6C-47E62166B3B0}" destId="{E045AC85-64A2-2442-A6B7-DB7A527810A0}" srcOrd="0" destOrd="0" presId="urn:microsoft.com/office/officeart/2005/8/layout/list1"/>
    <dgm:cxn modelId="{5C7EA4C2-2F6E-9140-A7BE-1707CE1A5D13}" type="presOf" srcId="{4F4966C9-DEAF-AA4A-A323-736CFF0F93DD}" destId="{D2E3886C-750E-1F45-B6D5-275DC169182E}" srcOrd="0" destOrd="3" presId="urn:microsoft.com/office/officeart/2005/8/layout/list1"/>
    <dgm:cxn modelId="{3F52B3F8-C4C7-3746-9FBC-F82435ED4E26}" srcId="{214AB889-41F1-6D42-90F3-0AB44BF21532}" destId="{42C9615B-7E73-FD4D-8A6C-47E62166B3B0}" srcOrd="0" destOrd="0" parTransId="{0D24F123-4217-0047-9A01-C502CB76588C}" sibTransId="{B9342DE6-209E-AB47-88AC-E467996A2C82}"/>
    <dgm:cxn modelId="{F9E7760B-969F-1841-BE21-39612187F361}" type="presParOf" srcId="{31FBA087-1FC2-E248-8C8B-F25D9717D4F6}" destId="{0F01BC1A-24A5-DE40-BB57-34686B4A2869}" srcOrd="0" destOrd="0" presId="urn:microsoft.com/office/officeart/2005/8/layout/list1"/>
    <dgm:cxn modelId="{1B352C18-3ED2-BF41-8720-6B3E3D34923C}" type="presParOf" srcId="{0F01BC1A-24A5-DE40-BB57-34686B4A2869}" destId="{E045AC85-64A2-2442-A6B7-DB7A527810A0}" srcOrd="0" destOrd="0" presId="urn:microsoft.com/office/officeart/2005/8/layout/list1"/>
    <dgm:cxn modelId="{6DC205F9-9046-B641-8FB5-1AAE8476F0AF}" type="presParOf" srcId="{0F01BC1A-24A5-DE40-BB57-34686B4A2869}" destId="{3E28FBC7-204B-5E42-B126-759033FB1223}" srcOrd="1" destOrd="0" presId="urn:microsoft.com/office/officeart/2005/8/layout/list1"/>
    <dgm:cxn modelId="{B057E2DF-179E-B643-B614-7BB43A964D04}" type="presParOf" srcId="{31FBA087-1FC2-E248-8C8B-F25D9717D4F6}" destId="{AAF54FF6-8751-E545-87A3-09F31040CF03}" srcOrd="1" destOrd="0" presId="urn:microsoft.com/office/officeart/2005/8/layout/list1"/>
    <dgm:cxn modelId="{8DEF78D8-BA8E-D444-8947-E4744A0EA38E}" type="presParOf" srcId="{31FBA087-1FC2-E248-8C8B-F25D9717D4F6}" destId="{F836E4FB-770F-3041-A986-BBA615518D16}" srcOrd="2" destOrd="0" presId="urn:microsoft.com/office/officeart/2005/8/layout/list1"/>
    <dgm:cxn modelId="{4A381D34-1D31-274E-9639-86320ADDF80A}" type="presParOf" srcId="{31FBA087-1FC2-E248-8C8B-F25D9717D4F6}" destId="{42B9BC38-CD15-EE4A-8884-7D7E56DA0D22}" srcOrd="3" destOrd="0" presId="urn:microsoft.com/office/officeart/2005/8/layout/list1"/>
    <dgm:cxn modelId="{3B177B5B-1461-8C4D-ADA7-180F1D6F761A}" type="presParOf" srcId="{31FBA087-1FC2-E248-8C8B-F25D9717D4F6}" destId="{132C41C1-B0F6-0A40-B877-82A222CB0ACF}" srcOrd="4" destOrd="0" presId="urn:microsoft.com/office/officeart/2005/8/layout/list1"/>
    <dgm:cxn modelId="{337D36E8-60C8-A14D-9F93-1DD9051815DC}" type="presParOf" srcId="{132C41C1-B0F6-0A40-B877-82A222CB0ACF}" destId="{8668B31E-9F0C-3B4B-A249-B59A212C9B36}" srcOrd="0" destOrd="0" presId="urn:microsoft.com/office/officeart/2005/8/layout/list1"/>
    <dgm:cxn modelId="{68921616-2856-CB45-A7AA-15D216AF9D58}" type="presParOf" srcId="{132C41C1-B0F6-0A40-B877-82A222CB0ACF}" destId="{46FAE8E7-494A-5E45-9052-3DED18C6AD0B}" srcOrd="1" destOrd="0" presId="urn:microsoft.com/office/officeart/2005/8/layout/list1"/>
    <dgm:cxn modelId="{3661BC04-0778-6047-A972-03050BBE86F3}" type="presParOf" srcId="{31FBA087-1FC2-E248-8C8B-F25D9717D4F6}" destId="{B0B22DFF-0B9F-BA48-8F54-7DFD9D59BFC8}" srcOrd="5" destOrd="0" presId="urn:microsoft.com/office/officeart/2005/8/layout/list1"/>
    <dgm:cxn modelId="{858E50EF-0B07-CC46-8C81-92A8C6DD3339}" type="presParOf" srcId="{31FBA087-1FC2-E248-8C8B-F25D9717D4F6}" destId="{D2E3886C-750E-1F45-B6D5-275DC169182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F89DB-0EC3-EA42-88D7-39811B05EF15}">
      <dsp:nvSpPr>
        <dsp:cNvPr id="0" name=""/>
        <dsp:cNvSpPr/>
      </dsp:nvSpPr>
      <dsp:spPr>
        <a:xfrm>
          <a:off x="0" y="867717"/>
          <a:ext cx="1670595" cy="200471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Architektur</a:t>
          </a:r>
          <a:endParaRPr lang="en-US" sz="1500" kern="1200"/>
        </a:p>
      </dsp:txBody>
      <dsp:txXfrm>
        <a:off x="0" y="1669603"/>
        <a:ext cx="1670595" cy="1202828"/>
      </dsp:txXfrm>
    </dsp:sp>
    <dsp:sp modelId="{3CDE4C3C-EC86-2041-8E30-A3AA0E6FA6B2}">
      <dsp:nvSpPr>
        <dsp:cNvPr id="0" name=""/>
        <dsp:cNvSpPr/>
      </dsp:nvSpPr>
      <dsp:spPr>
        <a:xfrm>
          <a:off x="0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01</a:t>
          </a:r>
          <a:endParaRPr lang="en-US" sz="3500" kern="1200" dirty="0"/>
        </a:p>
      </dsp:txBody>
      <dsp:txXfrm>
        <a:off x="0" y="867717"/>
        <a:ext cx="1670595" cy="801885"/>
      </dsp:txXfrm>
    </dsp:sp>
    <dsp:sp modelId="{7FBC7780-D57F-4749-8225-5EF81EE4EE10}">
      <dsp:nvSpPr>
        <dsp:cNvPr id="0" name=""/>
        <dsp:cNvSpPr/>
      </dsp:nvSpPr>
      <dsp:spPr>
        <a:xfrm>
          <a:off x="1804243" y="867717"/>
          <a:ext cx="1670595" cy="2004714"/>
        </a:xfrm>
        <a:prstGeom prst="rect">
          <a:avLst/>
        </a:prstGeom>
        <a:solidFill>
          <a:schemeClr val="accent4">
            <a:hueOff val="-3183787"/>
            <a:satOff val="7871"/>
            <a:lumOff val="4392"/>
            <a:alphaOff val="0"/>
          </a:schemeClr>
        </a:solidFill>
        <a:ln w="12700" cap="flat" cmpd="sng" algn="ctr">
          <a:solidFill>
            <a:schemeClr val="accent4">
              <a:hueOff val="-3183787"/>
              <a:satOff val="7871"/>
              <a:lumOff val="4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Deployment</a:t>
          </a:r>
        </a:p>
      </dsp:txBody>
      <dsp:txXfrm>
        <a:off x="1804243" y="1669603"/>
        <a:ext cx="1670595" cy="1202828"/>
      </dsp:txXfrm>
    </dsp:sp>
    <dsp:sp modelId="{35FD9E4D-97E0-4B49-B6DB-3929A95E69AC}">
      <dsp:nvSpPr>
        <dsp:cNvPr id="0" name=""/>
        <dsp:cNvSpPr/>
      </dsp:nvSpPr>
      <dsp:spPr>
        <a:xfrm>
          <a:off x="1804243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02</a:t>
          </a:r>
        </a:p>
      </dsp:txBody>
      <dsp:txXfrm>
        <a:off x="1804243" y="867717"/>
        <a:ext cx="1670595" cy="801885"/>
      </dsp:txXfrm>
    </dsp:sp>
    <dsp:sp modelId="{6F759148-FED0-BA42-A3E8-7FE4DCF3749F}">
      <dsp:nvSpPr>
        <dsp:cNvPr id="0" name=""/>
        <dsp:cNvSpPr/>
      </dsp:nvSpPr>
      <dsp:spPr>
        <a:xfrm>
          <a:off x="3608486" y="867717"/>
          <a:ext cx="1670595" cy="2004714"/>
        </a:xfrm>
        <a:prstGeom prst="rect">
          <a:avLst/>
        </a:prstGeom>
        <a:solidFill>
          <a:schemeClr val="accent4">
            <a:hueOff val="-6367574"/>
            <a:satOff val="15741"/>
            <a:lumOff val="8784"/>
            <a:alphaOff val="0"/>
          </a:schemeClr>
        </a:solidFill>
        <a:ln w="12700" cap="flat" cmpd="sng" algn="ctr">
          <a:solidFill>
            <a:schemeClr val="accent4">
              <a:hueOff val="-6367574"/>
              <a:satOff val="15741"/>
              <a:lumOff val="8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Webanwendung</a:t>
          </a:r>
          <a:endParaRPr lang="en-US" sz="1500" kern="1200" dirty="0"/>
        </a:p>
      </dsp:txBody>
      <dsp:txXfrm>
        <a:off x="3608486" y="1669603"/>
        <a:ext cx="1670595" cy="1202828"/>
      </dsp:txXfrm>
    </dsp:sp>
    <dsp:sp modelId="{E3FEE161-8452-6747-BF59-87D3E8A2A517}">
      <dsp:nvSpPr>
        <dsp:cNvPr id="0" name=""/>
        <dsp:cNvSpPr/>
      </dsp:nvSpPr>
      <dsp:spPr>
        <a:xfrm>
          <a:off x="3608486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03</a:t>
          </a:r>
        </a:p>
      </dsp:txBody>
      <dsp:txXfrm>
        <a:off x="3608486" y="867717"/>
        <a:ext cx="1670595" cy="801885"/>
      </dsp:txXfrm>
    </dsp:sp>
    <dsp:sp modelId="{8F6439B0-82A2-FC4D-B42D-F226FC6B68A9}">
      <dsp:nvSpPr>
        <dsp:cNvPr id="0" name=""/>
        <dsp:cNvSpPr/>
      </dsp:nvSpPr>
      <dsp:spPr>
        <a:xfrm>
          <a:off x="5412729" y="867717"/>
          <a:ext cx="1670595" cy="2004714"/>
        </a:xfrm>
        <a:prstGeom prst="rect">
          <a:avLst/>
        </a:prstGeom>
        <a:solidFill>
          <a:schemeClr val="accent4">
            <a:hueOff val="-9551362"/>
            <a:satOff val="23612"/>
            <a:lumOff val="13177"/>
            <a:alphaOff val="0"/>
          </a:schemeClr>
        </a:solidFill>
        <a:ln w="12700" cap="flat" cmpd="sng" algn="ctr">
          <a:solidFill>
            <a:schemeClr val="accent4">
              <a:hueOff val="-9551362"/>
              <a:satOff val="23612"/>
              <a:lumOff val="13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Docker</a:t>
          </a:r>
        </a:p>
      </dsp:txBody>
      <dsp:txXfrm>
        <a:off x="5412729" y="1669603"/>
        <a:ext cx="1670595" cy="1202828"/>
      </dsp:txXfrm>
    </dsp:sp>
    <dsp:sp modelId="{A9A8DB48-C6DE-C44B-A5F9-853D5717C58F}">
      <dsp:nvSpPr>
        <dsp:cNvPr id="0" name=""/>
        <dsp:cNvSpPr/>
      </dsp:nvSpPr>
      <dsp:spPr>
        <a:xfrm>
          <a:off x="5412729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04</a:t>
          </a:r>
        </a:p>
      </dsp:txBody>
      <dsp:txXfrm>
        <a:off x="5412729" y="867717"/>
        <a:ext cx="1670595" cy="801885"/>
      </dsp:txXfrm>
    </dsp:sp>
    <dsp:sp modelId="{8EAD1C27-73BD-BA4B-B0C4-B40F8A98EA57}">
      <dsp:nvSpPr>
        <dsp:cNvPr id="0" name=""/>
        <dsp:cNvSpPr/>
      </dsp:nvSpPr>
      <dsp:spPr>
        <a:xfrm>
          <a:off x="7216973" y="867717"/>
          <a:ext cx="1670595" cy="2004714"/>
        </a:xfrm>
        <a:prstGeom prst="rect">
          <a:avLst/>
        </a:prstGeom>
        <a:solidFill>
          <a:schemeClr val="accent4">
            <a:hueOff val="-12735148"/>
            <a:satOff val="31482"/>
            <a:lumOff val="17569"/>
            <a:alphaOff val="0"/>
          </a:schemeClr>
        </a:solidFill>
        <a:ln w="12700" cap="flat" cmpd="sng" algn="ctr">
          <a:solidFill>
            <a:schemeClr val="accent4">
              <a:hueOff val="-12735148"/>
              <a:satOff val="31482"/>
              <a:lumOff val="17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Live-Demo</a:t>
          </a:r>
          <a:endParaRPr lang="en-US" sz="1500" kern="1200"/>
        </a:p>
      </dsp:txBody>
      <dsp:txXfrm>
        <a:off x="7216973" y="1669603"/>
        <a:ext cx="1670595" cy="1202828"/>
      </dsp:txXfrm>
    </dsp:sp>
    <dsp:sp modelId="{7011FF5F-8CB3-4C4F-A800-0E1D03488900}">
      <dsp:nvSpPr>
        <dsp:cNvPr id="0" name=""/>
        <dsp:cNvSpPr/>
      </dsp:nvSpPr>
      <dsp:spPr>
        <a:xfrm>
          <a:off x="7216973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05</a:t>
          </a:r>
        </a:p>
      </dsp:txBody>
      <dsp:txXfrm>
        <a:off x="7216973" y="867717"/>
        <a:ext cx="1670595" cy="801885"/>
      </dsp:txXfrm>
    </dsp:sp>
    <dsp:sp modelId="{F61B5E27-F855-7749-9528-72EAC84D4F69}">
      <dsp:nvSpPr>
        <dsp:cNvPr id="0" name=""/>
        <dsp:cNvSpPr/>
      </dsp:nvSpPr>
      <dsp:spPr>
        <a:xfrm>
          <a:off x="9021216" y="867717"/>
          <a:ext cx="1670595" cy="2004714"/>
        </a:xfrm>
        <a:prstGeom prst="rect">
          <a:avLst/>
        </a:prstGeom>
        <a:solidFill>
          <a:schemeClr val="accent4">
            <a:hueOff val="-15918935"/>
            <a:satOff val="39353"/>
            <a:lumOff val="21961"/>
            <a:alphaOff val="0"/>
          </a:schemeClr>
        </a:solidFill>
        <a:ln w="12700" cap="flat" cmpd="sng" algn="ctr">
          <a:solidFill>
            <a:schemeClr val="accent4">
              <a:hueOff val="-15918935"/>
              <a:satOff val="39353"/>
              <a:lumOff val="2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0" rIns="165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Fazit und Ausblick</a:t>
          </a:r>
          <a:endParaRPr lang="en-US" sz="1500" kern="1200"/>
        </a:p>
      </dsp:txBody>
      <dsp:txXfrm>
        <a:off x="9021216" y="1669603"/>
        <a:ext cx="1670595" cy="1202828"/>
      </dsp:txXfrm>
    </dsp:sp>
    <dsp:sp modelId="{C9CBF605-8D72-444F-8D18-B731F6406CDB}">
      <dsp:nvSpPr>
        <dsp:cNvPr id="0" name=""/>
        <dsp:cNvSpPr/>
      </dsp:nvSpPr>
      <dsp:spPr>
        <a:xfrm>
          <a:off x="9021216" y="867717"/>
          <a:ext cx="1670595" cy="8018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018" tIns="165100" rIns="165018" bIns="1651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06</a:t>
          </a:r>
        </a:p>
      </dsp:txBody>
      <dsp:txXfrm>
        <a:off x="9021216" y="867717"/>
        <a:ext cx="1670595" cy="801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645DB-A80F-614E-9022-A158A0969107}">
      <dsp:nvSpPr>
        <dsp:cNvPr id="0" name=""/>
        <dsp:cNvSpPr/>
      </dsp:nvSpPr>
      <dsp:spPr>
        <a:xfrm>
          <a:off x="0" y="384947"/>
          <a:ext cx="10691265" cy="14175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520700" rIns="82976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500" kern="1200" dirty="0" err="1"/>
            <a:t>Flask</a:t>
          </a:r>
          <a:endParaRPr lang="de-DE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500" kern="1200" dirty="0" err="1"/>
            <a:t>uWSGI</a:t>
          </a:r>
          <a:endParaRPr lang="de-DE" sz="2500" kern="1200" dirty="0"/>
        </a:p>
      </dsp:txBody>
      <dsp:txXfrm>
        <a:off x="0" y="384947"/>
        <a:ext cx="10691265" cy="1417500"/>
      </dsp:txXfrm>
    </dsp:sp>
    <dsp:sp modelId="{1549F8DE-CBEE-7B43-89AD-6C5B24339679}">
      <dsp:nvSpPr>
        <dsp:cNvPr id="0" name=""/>
        <dsp:cNvSpPr/>
      </dsp:nvSpPr>
      <dsp:spPr>
        <a:xfrm>
          <a:off x="534563" y="15947"/>
          <a:ext cx="7483885" cy="73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Backend</a:t>
          </a:r>
        </a:p>
      </dsp:txBody>
      <dsp:txXfrm>
        <a:off x="570589" y="51973"/>
        <a:ext cx="7411833" cy="665948"/>
      </dsp:txXfrm>
    </dsp:sp>
    <dsp:sp modelId="{F0274293-BC50-E84D-AAD5-A8BAA02FB71B}">
      <dsp:nvSpPr>
        <dsp:cNvPr id="0" name=""/>
        <dsp:cNvSpPr/>
      </dsp:nvSpPr>
      <dsp:spPr>
        <a:xfrm>
          <a:off x="0" y="2306448"/>
          <a:ext cx="10691265" cy="14175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520700" rIns="82976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500" kern="1200"/>
            <a:t>Jinja2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500" kern="1200"/>
            <a:t>Bootstrap</a:t>
          </a:r>
        </a:p>
      </dsp:txBody>
      <dsp:txXfrm>
        <a:off x="0" y="2306448"/>
        <a:ext cx="10691265" cy="1417500"/>
      </dsp:txXfrm>
    </dsp:sp>
    <dsp:sp modelId="{BB85C36F-CD08-944B-A6F8-D0A1BDF0E4C9}">
      <dsp:nvSpPr>
        <dsp:cNvPr id="0" name=""/>
        <dsp:cNvSpPr/>
      </dsp:nvSpPr>
      <dsp:spPr>
        <a:xfrm>
          <a:off x="534563" y="1937448"/>
          <a:ext cx="7483885" cy="73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Frontend</a:t>
          </a:r>
        </a:p>
      </dsp:txBody>
      <dsp:txXfrm>
        <a:off x="570589" y="1973474"/>
        <a:ext cx="7411833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74D28-084D-554F-80A3-7C494BBB83F0}">
      <dsp:nvSpPr>
        <dsp:cNvPr id="0" name=""/>
        <dsp:cNvSpPr/>
      </dsp:nvSpPr>
      <dsp:spPr>
        <a:xfrm>
          <a:off x="0" y="316604"/>
          <a:ext cx="10691265" cy="87648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437388" rIns="82976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 dirty="0"/>
            <a:t>Verwendung von Linux Alpine &amp; Multi-Stage-</a:t>
          </a:r>
          <a:r>
            <a:rPr lang="de-DE" sz="2100" kern="1200" dirty="0" err="1"/>
            <a:t>Builds</a:t>
          </a:r>
          <a:endParaRPr lang="de-DE" sz="2100" kern="1200" dirty="0"/>
        </a:p>
      </dsp:txBody>
      <dsp:txXfrm>
        <a:off x="0" y="316604"/>
        <a:ext cx="10691265" cy="876487"/>
      </dsp:txXfrm>
    </dsp:sp>
    <dsp:sp modelId="{10F387B4-CD5E-564F-9AF1-AAAF522BB0D7}">
      <dsp:nvSpPr>
        <dsp:cNvPr id="0" name=""/>
        <dsp:cNvSpPr/>
      </dsp:nvSpPr>
      <dsp:spPr>
        <a:xfrm>
          <a:off x="534563" y="6644"/>
          <a:ext cx="7483885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Dockerfile</a:t>
          </a:r>
        </a:p>
      </dsp:txBody>
      <dsp:txXfrm>
        <a:off x="564825" y="36906"/>
        <a:ext cx="7423361" cy="559396"/>
      </dsp:txXfrm>
    </dsp:sp>
    <dsp:sp modelId="{EF282A2F-3107-6248-A1B3-41B7E7B24105}">
      <dsp:nvSpPr>
        <dsp:cNvPr id="0" name=""/>
        <dsp:cNvSpPr/>
      </dsp:nvSpPr>
      <dsp:spPr>
        <a:xfrm>
          <a:off x="0" y="1616451"/>
          <a:ext cx="10691265" cy="211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437388" rIns="82976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Eigenes Compose-File für Development </a:t>
          </a:r>
          <a:r>
            <a:rPr lang="de-DE" sz="2100" kern="1200">
              <a:sym typeface="Wingdings" pitchFamily="2" charset="2"/>
            </a:rPr>
            <a:t></a:t>
          </a:r>
          <a:r>
            <a:rPr lang="de-DE" sz="2100" kern="1200"/>
            <a:t> Ermöglicht Synchronisation der Dateien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 dirty="0"/>
            <a:t>Pullen des AMD64-Container-Images vom Docker-Hub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Mapping von Port 5000 (intern) auf Port 80 (extern)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Laden eines .env-Files</a:t>
          </a:r>
        </a:p>
      </dsp:txBody>
      <dsp:txXfrm>
        <a:off x="0" y="1616451"/>
        <a:ext cx="10691265" cy="2116800"/>
      </dsp:txXfrm>
    </dsp:sp>
    <dsp:sp modelId="{45F266B5-BAF8-9242-A65D-C30408B1A368}">
      <dsp:nvSpPr>
        <dsp:cNvPr id="0" name=""/>
        <dsp:cNvSpPr/>
      </dsp:nvSpPr>
      <dsp:spPr>
        <a:xfrm>
          <a:off x="534563" y="1306491"/>
          <a:ext cx="7483885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Docker Compose</a:t>
          </a:r>
        </a:p>
      </dsp:txBody>
      <dsp:txXfrm>
        <a:off x="564825" y="1336753"/>
        <a:ext cx="7423361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6E4FB-770F-3041-A986-BBA615518D16}">
      <dsp:nvSpPr>
        <dsp:cNvPr id="0" name=""/>
        <dsp:cNvSpPr/>
      </dsp:nvSpPr>
      <dsp:spPr>
        <a:xfrm>
          <a:off x="0" y="448904"/>
          <a:ext cx="10691265" cy="87648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437388" rIns="82976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Arbeit bietet gute Grundlage für Webanwendung mit Terraform und Ansible</a:t>
          </a:r>
        </a:p>
      </dsp:txBody>
      <dsp:txXfrm>
        <a:off x="0" y="448904"/>
        <a:ext cx="10691265" cy="876487"/>
      </dsp:txXfrm>
    </dsp:sp>
    <dsp:sp modelId="{3E28FBC7-204B-5E42-B126-759033FB1223}">
      <dsp:nvSpPr>
        <dsp:cNvPr id="0" name=""/>
        <dsp:cNvSpPr/>
      </dsp:nvSpPr>
      <dsp:spPr>
        <a:xfrm>
          <a:off x="534563" y="138944"/>
          <a:ext cx="7483885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Fazit</a:t>
          </a:r>
        </a:p>
      </dsp:txBody>
      <dsp:txXfrm>
        <a:off x="564825" y="169206"/>
        <a:ext cx="7423361" cy="559396"/>
      </dsp:txXfrm>
    </dsp:sp>
    <dsp:sp modelId="{D2E3886C-750E-1F45-B6D5-275DC169182E}">
      <dsp:nvSpPr>
        <dsp:cNvPr id="0" name=""/>
        <dsp:cNvSpPr/>
      </dsp:nvSpPr>
      <dsp:spPr>
        <a:xfrm>
          <a:off x="0" y="1748751"/>
          <a:ext cx="10691265" cy="1852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61" tIns="437388" rIns="82976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Load Balancer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Reverse-Proxy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Monitoring-Tools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100" kern="1200"/>
            <a:t>CI/CD-Pipeline</a:t>
          </a:r>
        </a:p>
      </dsp:txBody>
      <dsp:txXfrm>
        <a:off x="0" y="1748751"/>
        <a:ext cx="10691265" cy="1852200"/>
      </dsp:txXfrm>
    </dsp:sp>
    <dsp:sp modelId="{46FAE8E7-494A-5E45-9052-3DED18C6AD0B}">
      <dsp:nvSpPr>
        <dsp:cNvPr id="0" name=""/>
        <dsp:cNvSpPr/>
      </dsp:nvSpPr>
      <dsp:spPr>
        <a:xfrm>
          <a:off x="534563" y="1438791"/>
          <a:ext cx="7483885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873" tIns="0" rIns="28287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Ausblick</a:t>
          </a:r>
        </a:p>
      </dsp:txBody>
      <dsp:txXfrm>
        <a:off x="564825" y="1469053"/>
        <a:ext cx="7423361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43245-FF5D-BB42-9C0C-E72197734372}" type="datetimeFigureOut">
              <a:rPr lang="de-DE" smtClean="0"/>
              <a:t>11.04.25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26B4A-2CDB-2742-B56D-02ABF1D418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9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Schwerpunkt wird mehr auf Docker liegen, da Rest bereits sehr oft erzählt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78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Verwendet, um Software zu entwickeln</a:t>
            </a:r>
            <a:br>
              <a:rPr lang="de-DE" dirty="0"/>
            </a:br>
            <a:r>
              <a:rPr lang="de-DE" dirty="0"/>
              <a:t>Baut Docker Image für AMD64 -&gt; Image ermöglicht gute, reproduzierbare Verteilung -&gt; OS unabhängig; nur Docker nötig</a:t>
            </a:r>
            <a:br>
              <a:rPr lang="de-DE" dirty="0"/>
            </a:br>
            <a:r>
              <a:rPr lang="de-DE" dirty="0"/>
              <a:t>Pusht  Image in Docker Hub -&gt; kein Code muss kopiert werden -&gt; einfache Verteilung des Containers</a:t>
            </a:r>
            <a:br>
              <a:rPr lang="de-DE" dirty="0"/>
            </a:br>
            <a:r>
              <a:rPr lang="de-DE" dirty="0"/>
              <a:t>Führt Terraform, </a:t>
            </a:r>
            <a:r>
              <a:rPr lang="de-DE" dirty="0" err="1"/>
              <a:t>Ansible</a:t>
            </a:r>
            <a:r>
              <a:rPr lang="de-DE" dirty="0"/>
              <a:t> und die </a:t>
            </a:r>
            <a:r>
              <a:rPr lang="de-DE" dirty="0" err="1"/>
              <a:t>zugerörigen</a:t>
            </a:r>
            <a:r>
              <a:rPr lang="de-DE" dirty="0"/>
              <a:t> Skripte aus</a:t>
            </a:r>
          </a:p>
          <a:p>
            <a:pPr marL="228600" indent="-228600">
              <a:buFont typeface="+mj-lt"/>
              <a:buAutoNum type="arabicPeriod"/>
            </a:pPr>
            <a:r>
              <a:rPr lang="de-DE" dirty="0"/>
              <a:t>VM (IaaS) beinhaltet Docker, welches wiederum Container mit Webanwendung enthält und startet (SaaS)</a:t>
            </a:r>
            <a:br>
              <a:rPr lang="de-DE" dirty="0"/>
            </a:br>
            <a:r>
              <a:rPr lang="de-DE" dirty="0"/>
              <a:t>Docker </a:t>
            </a:r>
            <a:r>
              <a:rPr lang="de-DE" dirty="0" err="1"/>
              <a:t>exposed</a:t>
            </a:r>
            <a:r>
              <a:rPr lang="de-DE" dirty="0"/>
              <a:t> Port 80 für Webanwendung</a:t>
            </a:r>
          </a:p>
          <a:p>
            <a:pPr marL="228600" indent="-228600">
              <a:buFont typeface="+mj-lt"/>
              <a:buAutoNum type="arabicPeriod"/>
            </a:pPr>
            <a:r>
              <a:rPr lang="de-DE" dirty="0"/>
              <a:t>Azure AI Translator API im Hintergrund -&gt; zur Übersetzung </a:t>
            </a:r>
            <a:br>
              <a:rPr lang="de-DE" dirty="0"/>
            </a:br>
            <a:r>
              <a:rPr lang="de-DE" dirty="0"/>
              <a:t>MongoDB Atlas (PaaS) -&gt; </a:t>
            </a:r>
            <a:r>
              <a:rPr lang="de-DE" dirty="0" err="1"/>
              <a:t>Persistierung</a:t>
            </a:r>
            <a:r>
              <a:rPr lang="de-DE" dirty="0"/>
              <a:t> der bereits übersetzten Texte -&gt; Neuer Text: schreiben; bekannter Text: lesen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391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E1F7-85F9-C136-335C-954E551B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81B52-7B22-720A-0E6F-8BC58522D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4371EE-0AA0-6980-3A21-52CE79FD9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Blau durch Terraform erstellt</a:t>
            </a:r>
            <a:br>
              <a:rPr lang="de-DE" dirty="0"/>
            </a:br>
            <a:r>
              <a:rPr lang="de-DE" dirty="0"/>
              <a:t>Rot von </a:t>
            </a:r>
            <a:r>
              <a:rPr lang="de-DE" dirty="0" err="1"/>
              <a:t>Ansible</a:t>
            </a:r>
            <a:r>
              <a:rPr lang="de-DE" dirty="0"/>
              <a:t> erzeugt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4BF060-E7F9-6945-9521-B6B27EAD1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808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2372-DF28-D516-2D33-7362AA2D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6E0D7B-10F0-7A7F-FF83-AD734158D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610F0E7-732D-4C26-2037-4FDAC741B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Daten werden in JSON zurückgegeben, da von Terraform gefordert</a:t>
            </a:r>
          </a:p>
          <a:p>
            <a:pPr marL="228600" indent="-228600">
              <a:buFont typeface="+mj-lt"/>
              <a:buAutoNum type="arabicPeriod"/>
            </a:pPr>
            <a:r>
              <a:rPr lang="de-DE" dirty="0"/>
              <a:t>_</a:t>
            </a:r>
            <a:br>
              <a:rPr lang="de-DE" dirty="0"/>
            </a:br>
            <a:r>
              <a:rPr lang="de-DE" dirty="0"/>
              <a:t>1. Network Interface -&gt; Muss später zurückgegeben werden</a:t>
            </a:r>
            <a:br>
              <a:rPr lang="de-DE" dirty="0"/>
            </a:br>
            <a:r>
              <a:rPr lang="de-DE" dirty="0"/>
              <a:t>2. </a:t>
            </a:r>
            <a:r>
              <a:rPr lang="de-DE" dirty="0" err="1"/>
              <a:t>Nework</a:t>
            </a:r>
            <a:r>
              <a:rPr lang="de-DE" dirty="0"/>
              <a:t> Security Group -&gt; 80 für Container mit </a:t>
            </a:r>
            <a:r>
              <a:rPr lang="de-DE" dirty="0" err="1"/>
              <a:t>WebApp</a:t>
            </a:r>
            <a:r>
              <a:rPr lang="de-DE" dirty="0"/>
              <a:t>; 22 für SSH mit </a:t>
            </a:r>
            <a:r>
              <a:rPr lang="de-DE" dirty="0" err="1"/>
              <a:t>Ansible</a:t>
            </a:r>
            <a:r>
              <a:rPr lang="de-DE" dirty="0"/>
              <a:t> -&gt; nur IP-Adresse des Development-PCs erlauben -&gt; steht in .</a:t>
            </a:r>
            <a:r>
              <a:rPr lang="de-DE" dirty="0" err="1"/>
              <a:t>env</a:t>
            </a:r>
            <a:r>
              <a:rPr lang="de-DE" dirty="0"/>
              <a:t>-file</a:t>
            </a:r>
            <a:br>
              <a:rPr lang="de-DE" dirty="0"/>
            </a:br>
            <a:r>
              <a:rPr lang="de-DE" dirty="0"/>
              <a:t>3. Benutzer muss Rechte für DB haben; Azure VM IP wird zu </a:t>
            </a:r>
            <a:r>
              <a:rPr lang="de-DE" dirty="0" err="1"/>
              <a:t>Allowed</a:t>
            </a:r>
            <a:r>
              <a:rPr lang="de-DE" dirty="0"/>
              <a:t> Hosts hinzugefügt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MongoDB URI, Azure Translator API Key &amp; Region, VM IP-Adresse</a:t>
            </a:r>
            <a:br>
              <a:rPr lang="de-DE" dirty="0"/>
            </a:br>
            <a:r>
              <a:rPr lang="de-DE" dirty="0"/>
              <a:t>Erstellen eines </a:t>
            </a:r>
            <a:r>
              <a:rPr lang="de-DE" dirty="0" err="1"/>
              <a:t>Ansible</a:t>
            </a:r>
            <a:r>
              <a:rPr lang="de-DE" dirty="0"/>
              <a:t> </a:t>
            </a:r>
            <a:r>
              <a:rPr lang="de-DE" dirty="0" err="1"/>
              <a:t>Inventories</a:t>
            </a:r>
            <a:r>
              <a:rPr lang="de-DE" dirty="0"/>
              <a:t> aus Template -&gt; enthält VM IPA und </a:t>
            </a:r>
            <a:r>
              <a:rPr lang="de-DE" dirty="0" err="1"/>
              <a:t>username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BC3FC2-A325-20D9-4896-28035B9A3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117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EDA1-973B-A6BE-4E5E-B5D838B64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639A54-876B-58C3-66DD-2D511EBD1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ED1C03-0379-5E46-D612-2741040C5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Eigenes Shell-Skript in Verbindung mit weiterem Skript, um Terraform auszulesen und </a:t>
            </a:r>
            <a:r>
              <a:rPr lang="de-DE" dirty="0" err="1"/>
              <a:t>Ansible</a:t>
            </a:r>
            <a:r>
              <a:rPr lang="de-DE" dirty="0"/>
              <a:t> auszuführen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F08058-7371-CAB0-7D4E-D807DDB0F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701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_</a:t>
            </a:r>
            <a:br>
              <a:rPr lang="de-DE" dirty="0"/>
            </a:br>
            <a:r>
              <a:rPr lang="de-DE" dirty="0"/>
              <a:t>1. Es wird oft gesagt: </a:t>
            </a:r>
            <a:r>
              <a:rPr lang="de-DE" dirty="0" err="1"/>
              <a:t>Flask</a:t>
            </a:r>
            <a:r>
              <a:rPr lang="de-DE" dirty="0"/>
              <a:t> gut für Webanwendungen -&gt; Wollte ich ausprobieren; 2 Routen: eine für GET (Website), eine für POST (API)</a:t>
            </a:r>
            <a:br>
              <a:rPr lang="de-DE" dirty="0"/>
            </a:br>
            <a:r>
              <a:rPr lang="de-DE" dirty="0"/>
              <a:t>2. </a:t>
            </a:r>
            <a:r>
              <a:rPr lang="de-DE" dirty="0" err="1"/>
              <a:t>uWSGI</a:t>
            </a:r>
            <a:r>
              <a:rPr lang="de-DE" dirty="0"/>
              <a:t> für mehrere </a:t>
            </a:r>
            <a:r>
              <a:rPr lang="de-DE" dirty="0" err="1"/>
              <a:t>Worker</a:t>
            </a:r>
            <a:r>
              <a:rPr lang="de-DE" dirty="0"/>
              <a:t> und Threads</a:t>
            </a:r>
          </a:p>
          <a:p>
            <a:pPr marL="228600" indent="-228600">
              <a:buFont typeface="+mj-lt"/>
              <a:buAutoNum type="arabicPeriod"/>
            </a:pPr>
            <a:r>
              <a:rPr lang="de-DE" dirty="0"/>
              <a:t>_</a:t>
            </a:r>
            <a:br>
              <a:rPr lang="de-DE" dirty="0"/>
            </a:br>
            <a:r>
              <a:rPr lang="de-DE" dirty="0"/>
              <a:t>1. Jinja2 Templates waren durch Erfahrung mit Django bereits ca. bekannt -&gt; ermöglichten mir bspw. dynamisches Laden der Strings auf Website in anderen Sprachen</a:t>
            </a:r>
            <a:br>
              <a:rPr lang="de-DE" dirty="0"/>
            </a:br>
            <a:r>
              <a:rPr lang="de-DE" dirty="0"/>
              <a:t>2. Bootstrap ebenfalls bekannt, um Seite mit nicht zu viel Aufwand etwas moderner wirken zu lassen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83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Nur nötigsten Pakete sind installiert</a:t>
            </a:r>
            <a:br>
              <a:rPr lang="de-DE" dirty="0"/>
            </a:br>
            <a:r>
              <a:rPr lang="de-DE" dirty="0" err="1"/>
              <a:t>Build</a:t>
            </a:r>
            <a:r>
              <a:rPr lang="de-DE" dirty="0"/>
              <a:t> generell in Layers aufgebaut, die nacheinander abgearbeitet und </a:t>
            </a:r>
            <a:r>
              <a:rPr lang="de-DE" dirty="0" err="1"/>
              <a:t>gecached</a:t>
            </a:r>
            <a:r>
              <a:rPr lang="de-DE" dirty="0"/>
              <a:t> werden</a:t>
            </a:r>
            <a:br>
              <a:rPr lang="de-DE" dirty="0"/>
            </a:br>
            <a:r>
              <a:rPr lang="de-DE" dirty="0"/>
              <a:t>Multi-Stage-</a:t>
            </a:r>
            <a:r>
              <a:rPr lang="de-DE" dirty="0" err="1"/>
              <a:t>Builds</a:t>
            </a:r>
            <a:r>
              <a:rPr lang="de-DE" dirty="0"/>
              <a:t> ermöglichen </a:t>
            </a:r>
            <a:r>
              <a:rPr lang="de-DE" dirty="0" err="1"/>
              <a:t>builden</a:t>
            </a:r>
            <a:r>
              <a:rPr lang="de-DE" dirty="0"/>
              <a:t> von Paketen in eigenem </a:t>
            </a:r>
            <a:r>
              <a:rPr lang="de-DE" dirty="0" err="1"/>
              <a:t>Builder</a:t>
            </a:r>
            <a:br>
              <a:rPr lang="de-DE" dirty="0"/>
            </a:br>
            <a:r>
              <a:rPr lang="de-DE" dirty="0">
                <a:sym typeface="Wingdings" pitchFamily="2" charset="2"/>
              </a:rPr>
              <a:t> Macht Images performanter, kleiner und sicherer</a:t>
            </a:r>
            <a:br>
              <a:rPr lang="de-DE" dirty="0">
                <a:sym typeface="Wingdings" pitchFamily="2" charset="2"/>
              </a:rPr>
            </a:br>
            <a:r>
              <a:rPr lang="de-DE" dirty="0">
                <a:sym typeface="Wingdings" pitchFamily="2" charset="2"/>
              </a:rPr>
              <a:t> [VSC-Beispiel zeigen]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023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dirty="0"/>
              <a:t>_</a:t>
            </a:r>
          </a:p>
          <a:p>
            <a:pPr marL="228600" indent="-228600">
              <a:buFont typeface="+mj-lt"/>
              <a:buAutoNum type="arabicPeriod"/>
            </a:pPr>
            <a:r>
              <a:rPr lang="de-DE" dirty="0"/>
              <a:t>Es gibt noch Verbesserungsmöglichkeiten</a:t>
            </a:r>
            <a:br>
              <a:rPr lang="de-DE" dirty="0"/>
            </a:br>
            <a:r>
              <a:rPr lang="de-DE" dirty="0"/>
              <a:t>1. Zwischen VM und Client -&gt; Skalierbarkeit und bessere Performance durch Lastverteilung</a:t>
            </a:r>
            <a:br>
              <a:rPr lang="de-DE" dirty="0"/>
            </a:br>
            <a:r>
              <a:rPr lang="de-DE" dirty="0"/>
              <a:t>2. Leitet Anfragen an die VMs weiter -&gt; schirmt Internet von internem Netz mit VMs ab -&gt; ermöglicht Implementierung von SSL zu diesem Server -&gt; bessere Sicherheit</a:t>
            </a:r>
            <a:br>
              <a:rPr lang="de-DE" dirty="0"/>
            </a:br>
            <a:r>
              <a:rPr lang="de-DE" dirty="0"/>
              <a:t>3. Leistung überwachen und bei Fehlern Alarm schlagen</a:t>
            </a:r>
            <a:br>
              <a:rPr lang="de-DE" dirty="0"/>
            </a:br>
            <a:r>
              <a:rPr lang="de-DE" dirty="0"/>
              <a:t>4. Code automatisch Testen und neu deployen, wenn neu gepusht wird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6B4A-2CDB-2742-B56D-02ABF1D4182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62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2FE2-90A8-BE4D-ADB1-BB379EC2B745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EBF-F8B3-794E-A9A1-1404F07E27C6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5D73-263C-CD48-B168-FF28639F8D46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3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42818-E2AE-2A49-B1BA-AF85F89BA1A3}" type="datetime1">
              <a:rPr lang="de-DE" smtClean="0"/>
              <a:t>11.04.25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0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8CE8-5883-014C-9AA2-3336AB05B5B8}" type="datetime1">
              <a:rPr lang="de-DE" smtClean="0"/>
              <a:t>11.04.25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8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782A6-17D8-C04F-B37B-A2AA5585FE02}" type="datetime1">
              <a:rPr lang="de-DE" smtClean="0"/>
              <a:t>11.04.25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8324-72FB-BD4A-8C70-7F1381E8DEC2}" type="datetime1">
              <a:rPr lang="de-DE" smtClean="0"/>
              <a:t>11.04.25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0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0605-5A30-094F-A633-5242CE1BA7C1}" type="datetime1">
              <a:rPr lang="de-DE" smtClean="0"/>
              <a:t>11.04.25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8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E1544-40EE-D64B-8874-A16C0E5848AA}" type="datetime1">
              <a:rPr lang="de-DE" smtClean="0"/>
              <a:t>11.04.25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6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A7A4A-E0DB-D247-8A6E-5A2492C0667B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9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7684-D2D2-C34F-85AC-DDBE86A765E5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6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31E2AB58-C3F7-304E-A771-567273D978F2}" type="datetime1">
              <a:rPr lang="de-DE" smtClean="0"/>
              <a:t>11.04.25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96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BDC81B-89D4-E37A-3D2E-E49E9C852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de-DE" sz="4600" dirty="0">
                <a:effectLst/>
                <a:latin typeface="Helvetica" pitchFamily="2" charset="0"/>
              </a:rPr>
              <a:t>Translator </a:t>
            </a:r>
            <a:r>
              <a:rPr lang="de-DE" sz="4600" dirty="0" err="1">
                <a:effectLst/>
                <a:latin typeface="Helvetica" pitchFamily="2" charset="0"/>
              </a:rPr>
              <a:t>WebApp</a:t>
            </a:r>
            <a:r>
              <a:rPr lang="de-DE" sz="4600" dirty="0">
                <a:effectLst/>
                <a:latin typeface="Helvetica" pitchFamily="2" charset="0"/>
              </a:rPr>
              <a:t> mit Terraform und </a:t>
            </a:r>
            <a:r>
              <a:rPr lang="de-DE" sz="4600" dirty="0" err="1">
                <a:effectLst/>
                <a:latin typeface="Helvetica" pitchFamily="2" charset="0"/>
              </a:rPr>
              <a:t>Ansible</a:t>
            </a:r>
            <a:endParaRPr lang="de-DE" sz="46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791ADE-9D18-607A-B313-5F15474AC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56520-D856-4792-9186-39F416FBA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5" r="29337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13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AC6CE-89A0-7C10-30F4-C12E7943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18C7FC-D754-A8A1-28F2-4CF726A2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de-DE" dirty="0"/>
              <a:t>Agenda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3724A5-29E2-4F73-BA6C-9FEC6591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Tim Baßmann | CC2 | 14.04.2025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41E471-C596-9E93-794A-33959FA9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393828F5-A3A6-9359-A77F-44C27DF2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71455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34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4E53-B153-F6B3-93C0-74655E13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D11FF-DA54-11B3-142A-0FA21922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806E8C"/>
                </a:solidFill>
              </a:rPr>
              <a:t>Architektur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593B05-C4D0-5918-A4AA-84844312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58BC5A-A34D-6B5A-ADF2-E24F7D9E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4476EC7-3B15-8211-C8A6-4C1C5E399F8E}"/>
              </a:ext>
            </a:extLst>
          </p:cNvPr>
          <p:cNvGrpSpPr/>
          <p:nvPr/>
        </p:nvGrpSpPr>
        <p:grpSpPr>
          <a:xfrm>
            <a:off x="2339327" y="1926116"/>
            <a:ext cx="7977582" cy="4035772"/>
            <a:chOff x="1954210" y="1819254"/>
            <a:chExt cx="7977582" cy="4035772"/>
          </a:xfrm>
        </p:grpSpPr>
        <p:pic>
          <p:nvPicPr>
            <p:cNvPr id="14" name="Grafik 13" descr="Ein Bild, das Text, Screenshot, Schrift, Diagramm enthält.&#10;&#10;KI-generierte Inhalte können fehlerhaft sein.">
              <a:extLst>
                <a:ext uri="{FF2B5EF4-FFF2-40B4-BE49-F238E27FC236}">
                  <a16:creationId xmlns:a16="http://schemas.microsoft.com/office/drawing/2014/main" id="{D3ADC683-BAFC-6465-DF7F-D726C375E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4210" y="1819254"/>
              <a:ext cx="7583686" cy="3720299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E67C9AEF-5FCB-81DB-213A-7A67A173D713}"/>
                </a:ext>
              </a:extLst>
            </p:cNvPr>
            <p:cNvSpPr txBox="1"/>
            <p:nvPr/>
          </p:nvSpPr>
          <p:spPr>
            <a:xfrm>
              <a:off x="2277766" y="5618543"/>
              <a:ext cx="7654026" cy="236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Quelle: Eigene Darstellung</a:t>
              </a:r>
            </a:p>
          </p:txBody>
        </p:sp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A2D9CDBE-4A69-F770-4A4B-C489573165D9}"/>
              </a:ext>
            </a:extLst>
          </p:cNvPr>
          <p:cNvSpPr/>
          <p:nvPr/>
        </p:nvSpPr>
        <p:spPr>
          <a:xfrm>
            <a:off x="5309385" y="1985509"/>
            <a:ext cx="2707274" cy="37398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F75398-9B1F-0FC0-3321-F05295F0F0C9}"/>
              </a:ext>
            </a:extLst>
          </p:cNvPr>
          <p:cNvSpPr/>
          <p:nvPr/>
        </p:nvSpPr>
        <p:spPr>
          <a:xfrm>
            <a:off x="4634630" y="2300982"/>
            <a:ext cx="674755" cy="63094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3576EA1-C6F5-9F9F-C98E-2945E11A1E5C}"/>
              </a:ext>
            </a:extLst>
          </p:cNvPr>
          <p:cNvSpPr/>
          <p:nvPr/>
        </p:nvSpPr>
        <p:spPr>
          <a:xfrm>
            <a:off x="8016659" y="3429000"/>
            <a:ext cx="1906354" cy="20448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7C3299D-AE0C-FC37-2978-D5C05FF1CCB2}"/>
              </a:ext>
            </a:extLst>
          </p:cNvPr>
          <p:cNvSpPr/>
          <p:nvPr/>
        </p:nvSpPr>
        <p:spPr>
          <a:xfrm>
            <a:off x="8931058" y="1985509"/>
            <a:ext cx="1089764" cy="75769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23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85F6-C5DA-76DD-735C-4AB6B860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D6945-FD58-9032-244D-18AD283A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707FA0"/>
                </a:solidFill>
              </a:rPr>
              <a:t>Deployment</a:t>
            </a:r>
            <a:endParaRPr lang="de-DE" dirty="0">
              <a:solidFill>
                <a:srgbClr val="707F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6C4E14-C4F0-4B74-22D9-07D4A094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122AE7-00E0-B9D0-343C-3FCF9CCA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E818625-F32A-D235-E5BE-F9A2B7591EF9}"/>
              </a:ext>
            </a:extLst>
          </p:cNvPr>
          <p:cNvGrpSpPr/>
          <p:nvPr/>
        </p:nvGrpSpPr>
        <p:grpSpPr>
          <a:xfrm>
            <a:off x="2339327" y="1926116"/>
            <a:ext cx="7977582" cy="4035772"/>
            <a:chOff x="1954210" y="1819254"/>
            <a:chExt cx="7977582" cy="4035772"/>
          </a:xfrm>
        </p:grpSpPr>
        <p:pic>
          <p:nvPicPr>
            <p:cNvPr id="14" name="Grafik 13" descr="Ein Bild, das Text, Screenshot, Schrift, Diagramm enthält.&#10;&#10;KI-generierte Inhalte können fehlerhaft sein.">
              <a:extLst>
                <a:ext uri="{FF2B5EF4-FFF2-40B4-BE49-F238E27FC236}">
                  <a16:creationId xmlns:a16="http://schemas.microsoft.com/office/drawing/2014/main" id="{8455733F-65E0-4BA4-8490-0F1AA8D50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4210" y="1819254"/>
              <a:ext cx="7583686" cy="3720299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2D5AC30-60D8-1F88-8C2A-64ADBAA181E5}"/>
                </a:ext>
              </a:extLst>
            </p:cNvPr>
            <p:cNvSpPr txBox="1"/>
            <p:nvPr/>
          </p:nvSpPr>
          <p:spPr>
            <a:xfrm>
              <a:off x="2277766" y="5618543"/>
              <a:ext cx="7654026" cy="236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Quelle: Eigene Darstellung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50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C8BE-AE06-41EC-8890-16F3C84A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75C8C-520D-E104-131A-7C864A25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>
                <a:solidFill>
                  <a:srgbClr val="707FA0"/>
                </a:solidFill>
              </a:rPr>
              <a:t>Deployment</a:t>
            </a:r>
            <a:br>
              <a:rPr lang="de-DE">
                <a:solidFill>
                  <a:srgbClr val="707FA0"/>
                </a:solidFill>
              </a:rPr>
            </a:br>
            <a:r>
              <a:rPr lang="de-DE" sz="2400">
                <a:solidFill>
                  <a:srgbClr val="707FA0"/>
                </a:solidFill>
              </a:rPr>
              <a:t>Terraform</a:t>
            </a:r>
            <a:endParaRPr lang="de-DE" dirty="0">
              <a:solidFill>
                <a:srgbClr val="707F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A40089-22D1-682A-1DDC-3B2BA9B5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Tim Baßmann | CC2 | 14.04.2025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40D93A-7895-F26A-0823-9C58D72E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C4EAB3-DAA1-308E-3F96-15494783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Secrets/Schlüssel liegen in externer .</a:t>
            </a:r>
            <a:r>
              <a:rPr lang="de-DE" dirty="0" err="1"/>
              <a:t>env</a:t>
            </a:r>
            <a:r>
              <a:rPr lang="de-DE" dirty="0"/>
              <a:t>-Datei</a:t>
            </a:r>
            <a:br>
              <a:rPr lang="de-DE" dirty="0"/>
            </a:br>
            <a:r>
              <a:rPr lang="de-DE" dirty="0">
                <a:sym typeface="Wingdings" pitchFamily="2" charset="2"/>
              </a:rPr>
              <a:t>  Daten müssen mithilfe von Skript ausgelesen und in Terraform eingebunden werden:</a:t>
            </a:r>
            <a:endParaRPr lang="de-DE" dirty="0"/>
          </a:p>
          <a:p>
            <a:pPr lvl="1">
              <a:lnSpc>
                <a:spcPts val="1350"/>
              </a:lnSpc>
              <a:buNone/>
            </a:pPr>
            <a:r>
              <a:rPr lang="de-DE" dirty="0">
                <a:solidFill>
                  <a:srgbClr val="0000FF"/>
                </a:solidFill>
                <a:latin typeface="Menlo" panose="020B0609030804020204" pitchFamily="49" charset="0"/>
              </a:rPr>
              <a:t>	 </a:t>
            </a:r>
            <a:r>
              <a:rPr lang="de-DE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"external"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env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>
              <a:lnSpc>
                <a:spcPts val="1350"/>
              </a:lnSpc>
              <a:buNone/>
            </a:pPr>
            <a:r>
              <a:rPr lang="de-DE" dirty="0">
                <a:solidFill>
                  <a:srgbClr val="3B3B3B"/>
                </a:solidFill>
                <a:latin typeface="Menlo" panose="020B0609030804020204" pitchFamily="49" charset="0"/>
              </a:rPr>
              <a:t>		  </a:t>
            </a:r>
            <a:r>
              <a:rPr lang="de-DE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program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${</a:t>
            </a:r>
            <a:r>
              <a:rPr lang="de-DE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de-DE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.module</a:t>
            </a:r>
            <a:r>
              <a:rPr lang="de-D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de-DE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import_env.sh</a:t>
            </a:r>
            <a:r>
              <a:rPr lang="de-D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marL="457200" lvl="1" indent="0">
              <a:lnSpc>
                <a:spcPts val="1350"/>
              </a:lnSpc>
              <a:buNone/>
            </a:pPr>
            <a:r>
              <a:rPr lang="de-DE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}</a:t>
            </a:r>
          </a:p>
          <a:p>
            <a:pPr marL="342900" indent="-342900">
              <a:lnSpc>
                <a:spcPts val="1350"/>
              </a:lnSpc>
              <a:buFont typeface="+mj-lt"/>
              <a:buAutoNum type="arabicPeriod"/>
            </a:pPr>
            <a:r>
              <a:rPr lang="de-DE" dirty="0"/>
              <a:t>Ausführen von Modulen für VM und DB</a:t>
            </a:r>
          </a:p>
          <a:p>
            <a:pPr lvl="1">
              <a:lnSpc>
                <a:spcPts val="1350"/>
              </a:lnSpc>
              <a:spcBef>
                <a:spcPts val="1000"/>
              </a:spcBef>
            </a:pPr>
            <a:r>
              <a:rPr lang="de-DE" sz="2000" dirty="0"/>
              <a:t>Azure NIC mit statischer und öffentlicher IP-Adresse</a:t>
            </a:r>
          </a:p>
          <a:p>
            <a:pPr lvl="1">
              <a:lnSpc>
                <a:spcPts val="1350"/>
              </a:lnSpc>
              <a:spcBef>
                <a:spcPts val="1000"/>
              </a:spcBef>
            </a:pPr>
            <a:r>
              <a:rPr lang="de-DE" sz="2000" dirty="0"/>
              <a:t>Azure NSG Port 80 &amp; 22 öffnen</a:t>
            </a:r>
          </a:p>
          <a:p>
            <a:pPr lvl="1">
              <a:lnSpc>
                <a:spcPts val="1350"/>
              </a:lnSpc>
              <a:spcBef>
                <a:spcPts val="1000"/>
              </a:spcBef>
            </a:pPr>
            <a:r>
              <a:rPr lang="de-DE" sz="2000" dirty="0"/>
              <a:t>MongoDB Projekt, Datenbank und Benutzer erstellen</a:t>
            </a:r>
          </a:p>
          <a:p>
            <a:pPr marL="342900" indent="-342900">
              <a:lnSpc>
                <a:spcPts val="1350"/>
              </a:lnSpc>
              <a:buFont typeface="+mj-lt"/>
              <a:buAutoNum type="arabicPeriod"/>
            </a:pPr>
            <a:r>
              <a:rPr lang="de-DE" dirty="0"/>
              <a:t>Terraform Ausgaben</a:t>
            </a:r>
          </a:p>
        </p:txBody>
      </p:sp>
    </p:spTree>
    <p:extLst>
      <p:ext uri="{BB962C8B-B14F-4D97-AF65-F5344CB8AC3E}">
        <p14:creationId xmlns:p14="http://schemas.microsoft.com/office/powerpoint/2010/main" val="206833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6C31-60E3-7BE0-7C4E-94B064F2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3929F-7878-B118-E7F4-C8FACDD5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>
                <a:solidFill>
                  <a:srgbClr val="707FA0"/>
                </a:solidFill>
              </a:rPr>
              <a:t>Deployment</a:t>
            </a:r>
            <a:br>
              <a:rPr lang="de-DE" dirty="0">
                <a:solidFill>
                  <a:srgbClr val="707FA0"/>
                </a:solidFill>
              </a:rPr>
            </a:br>
            <a:r>
              <a:rPr lang="de-DE" sz="2400" dirty="0" err="1">
                <a:solidFill>
                  <a:srgbClr val="707FA0"/>
                </a:solidFill>
              </a:rPr>
              <a:t>Ansible</a:t>
            </a:r>
            <a:endParaRPr lang="de-DE" dirty="0">
              <a:solidFill>
                <a:srgbClr val="707F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180CC7-3CE5-C5A6-AFA8-37C01876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C28061-5361-08F8-BD4E-D3DF3CDB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888FC5-E341-CBE8-F239-BE6E88EE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Erstellen des .</a:t>
            </a:r>
            <a:r>
              <a:rPr lang="de-DE" dirty="0" err="1"/>
              <a:t>env</a:t>
            </a:r>
            <a:r>
              <a:rPr lang="de-DE" dirty="0"/>
              <a:t>-Files für Docker:</a:t>
            </a:r>
            <a:br>
              <a:rPr lang="de-DE" dirty="0"/>
            </a:b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MONGODB_URI=$(</a:t>
            </a:r>
            <a:r>
              <a:rPr lang="de-DE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terraform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chdir</a:t>
            </a:r>
            <a:r>
              <a:rPr lang="de-DE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=$SCRIPT_DIR/../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terraform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output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raw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mongodb_uri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b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</a:b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Add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pairs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be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added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replaced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in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the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docker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.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env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b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</a:b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de-DE" sz="18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Usage</a:t>
            </a:r>
            <a: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: $0 &lt;KEY1&gt; &lt;VALUE1&gt; [&lt;KEY2&gt; &lt;VALUE2&gt; ...]</a:t>
            </a:r>
            <a:br>
              <a:rPr lang="de-DE" sz="18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</a:br>
            <a:r>
              <a:rPr lang="de-DE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$SCRIPT_DIR/</a:t>
            </a:r>
            <a:r>
              <a:rPr lang="de-DE" sz="18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update_docker_dotenv.sh</a:t>
            </a:r>
            <a:r>
              <a:rPr lang="de-DE" sz="18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"TRANSLATOR_MONGODB_URI"</a:t>
            </a:r>
            <a:r>
              <a:rPr lang="de-DE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$MONGODB_URI</a:t>
            </a:r>
            <a:endParaRPr lang="de-DE" sz="1800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Installieren von Docker &amp; Docker </a:t>
            </a:r>
            <a:r>
              <a:rPr lang="de-DE" dirty="0" err="1"/>
              <a:t>Compose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User der Docker-Gruppe hinzufügen und überprüfen, ob Docker </a:t>
            </a:r>
            <a:r>
              <a:rPr lang="de-DE" dirty="0" err="1"/>
              <a:t>Demon</a:t>
            </a:r>
            <a:r>
              <a:rPr lang="de-DE" dirty="0"/>
              <a:t> läuft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Kopieren des </a:t>
            </a:r>
            <a:r>
              <a:rPr lang="de-DE" dirty="0" err="1"/>
              <a:t>Compose</a:t>
            </a:r>
            <a:r>
              <a:rPr lang="de-DE" dirty="0"/>
              <a:t>- und .</a:t>
            </a:r>
            <a:r>
              <a:rPr lang="de-DE" dirty="0" err="1"/>
              <a:t>env</a:t>
            </a:r>
            <a:r>
              <a:rPr lang="de-DE" dirty="0"/>
              <a:t>-Files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Starten des Containers mit Docker </a:t>
            </a:r>
            <a:r>
              <a:rPr lang="de-DE" dirty="0" err="1"/>
              <a:t>Compose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Ausgabe der IP-Adresse</a:t>
            </a:r>
          </a:p>
        </p:txBody>
      </p:sp>
    </p:spTree>
    <p:extLst>
      <p:ext uri="{BB962C8B-B14F-4D97-AF65-F5344CB8AC3E}">
        <p14:creationId xmlns:p14="http://schemas.microsoft.com/office/powerpoint/2010/main" val="42737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FEF7-689E-3345-B8A4-C2C36D1B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AC3C5-6668-2C75-4B46-0353CAE3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76B1A6"/>
                </a:solidFill>
              </a:rPr>
              <a:t>Webanwendung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5488FABD-955F-74A6-F6E2-6381EFD9B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420542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162B6A-EB90-B2DD-C255-833162FF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421789-E28B-50DE-069E-3C605D54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F7D44AF-A516-D54A-E495-FCE451239CA1}"/>
              </a:ext>
            </a:extLst>
          </p:cNvPr>
          <p:cNvSpPr/>
          <p:nvPr/>
        </p:nvSpPr>
        <p:spPr>
          <a:xfrm>
            <a:off x="522514" y="4136571"/>
            <a:ext cx="11068852" cy="195942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1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C750-83A5-DD9E-8222-22DAD498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9ECCC-4CA8-EBA5-CAE0-A421F8D5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82C17C"/>
                </a:solidFill>
              </a:rPr>
              <a:t>Docker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79AECD0-4C96-9F15-269F-4FB7F0E45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590819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7F5EDD-31F0-C990-5494-1A1FDC64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003BAA-CBF9-3F97-9D9A-69AC47A2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63598DF-37B7-8ED4-EEC3-F86F71A4EC1D}"/>
              </a:ext>
            </a:extLst>
          </p:cNvPr>
          <p:cNvSpPr/>
          <p:nvPr/>
        </p:nvSpPr>
        <p:spPr>
          <a:xfrm>
            <a:off x="522515" y="3429000"/>
            <a:ext cx="10869386" cy="2652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2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B74B4F-ECE2-65B3-C533-160989A2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E26FD-6C22-F691-9097-9E8B779D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rgbClr val="CDCF85"/>
                </a:solidFill>
              </a:rPr>
              <a:t>Live-Demo</a:t>
            </a:r>
          </a:p>
        </p:txBody>
      </p:sp>
      <p:pic>
        <p:nvPicPr>
          <p:cNvPr id="8" name="Inhaltsplatzhalter 7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D08A8037-D820-2048-210E-BF6561498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987" y="1650224"/>
            <a:ext cx="7654026" cy="4143975"/>
          </a:xfrm>
          <a:ln>
            <a:solidFill>
              <a:schemeClr val="accent2">
                <a:shade val="80000"/>
                <a:hueOff val="0"/>
                <a:satOff val="0"/>
                <a:lumOff val="0"/>
              </a:schemeClr>
            </a:solidFill>
          </a:ln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9796FE-EB7A-059E-5A08-28329AD0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4AB25D-F0F5-8B86-BF69-0E63C8A4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524F7DA-E9B7-EBA1-4823-ABBBD47A7218}"/>
              </a:ext>
            </a:extLst>
          </p:cNvPr>
          <p:cNvSpPr txBox="1"/>
          <p:nvPr/>
        </p:nvSpPr>
        <p:spPr>
          <a:xfrm>
            <a:off x="2161198" y="5808713"/>
            <a:ext cx="7654026" cy="236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Quelle: Eigene Darstellung</a:t>
            </a:r>
          </a:p>
        </p:txBody>
      </p:sp>
    </p:spTree>
    <p:extLst>
      <p:ext uri="{BB962C8B-B14F-4D97-AF65-F5344CB8AC3E}">
        <p14:creationId xmlns:p14="http://schemas.microsoft.com/office/powerpoint/2010/main" val="61963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1C33-D4FC-4AE2-D2C8-DEBEE3EC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68BDA-E53E-531D-19FA-158011D1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DC9A8E"/>
                </a:solidFill>
              </a:rPr>
              <a:t>Fazit und Ausblick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DE896F3-BAE5-93A4-4C93-BB8AE89AA2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282276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372AA0-2257-A9B6-12AB-635489F4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0AEAE8-2D9E-270D-246A-94CE94FF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B3B886B-41AD-3645-43B2-BA5C2F6C98CF}"/>
              </a:ext>
            </a:extLst>
          </p:cNvPr>
          <p:cNvSpPr/>
          <p:nvPr/>
        </p:nvSpPr>
        <p:spPr>
          <a:xfrm>
            <a:off x="537029" y="3599543"/>
            <a:ext cx="11054337" cy="236234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6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6365-2AC5-DCFB-A677-663D91D6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B5AE6-A4DF-89C7-2D69-138B8844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492828"/>
            <a:ext cx="10691265" cy="1872344"/>
          </a:xfrm>
        </p:spPr>
        <p:txBody>
          <a:bodyPr>
            <a:normAutofit/>
          </a:bodyPr>
          <a:lstStyle/>
          <a:p>
            <a:pPr algn="ctr"/>
            <a:r>
              <a:rPr lang="de-DE" dirty="0"/>
              <a:t>Vielen Dank für eure Aufmerksamkeit!</a:t>
            </a:r>
            <a:br>
              <a:rPr lang="de-DE" dirty="0"/>
            </a:br>
            <a:br>
              <a:rPr lang="de-DE" dirty="0"/>
            </a:br>
            <a:r>
              <a:rPr lang="de-DE" sz="3200" dirty="0"/>
              <a:t>Habt ihr noch Fragen?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CCBC87-7D55-CF96-2509-93E8DDAC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CEDBE0-3485-9ED3-B168-F38CE825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2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5C392A-E1DA-7800-7900-B5063331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D9D0B-FB80-752B-E966-66FCBDAB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E80262-63B0-6449-B646-75D44B346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D78107-FCE5-B3F9-A71B-08C231D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Tim Baßmann | CC2 | 14.04.2025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888FD9-6CE6-E70B-ADFE-371CCDBD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B738E68E-6BDC-0D43-2E5C-E482774AD53C}"/>
              </a:ext>
            </a:extLst>
          </p:cNvPr>
          <p:cNvSpPr txBox="1">
            <a:spLocks/>
          </p:cNvSpPr>
          <p:nvPr/>
        </p:nvSpPr>
        <p:spPr>
          <a:xfrm>
            <a:off x="704088" y="6119867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</a:t>
            </a:r>
          </a:p>
        </p:txBody>
      </p:sp>
    </p:spTree>
    <p:extLst>
      <p:ext uri="{BB962C8B-B14F-4D97-AF65-F5344CB8AC3E}">
        <p14:creationId xmlns:p14="http://schemas.microsoft.com/office/powerpoint/2010/main" val="17536623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Macintosh PowerPoint</Application>
  <PresentationFormat>Breitbild</PresentationFormat>
  <Paragraphs>106</Paragraphs>
  <Slides>12</Slides>
  <Notes>8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Aptos</vt:lpstr>
      <vt:lpstr>Arial</vt:lpstr>
      <vt:lpstr>Calisto MT</vt:lpstr>
      <vt:lpstr>Helvetica</vt:lpstr>
      <vt:lpstr>Menlo</vt:lpstr>
      <vt:lpstr>Univers Condensed</vt:lpstr>
      <vt:lpstr>Wingdings</vt:lpstr>
      <vt:lpstr>ChronicleVTI</vt:lpstr>
      <vt:lpstr>Translator WebApp mit Terraform und Ansible</vt:lpstr>
      <vt:lpstr>Agenda</vt:lpstr>
      <vt:lpstr>Architektur</vt:lpstr>
      <vt:lpstr>Deployment</vt:lpstr>
      <vt:lpstr>Deployment Terraform</vt:lpstr>
      <vt:lpstr>Deployment Ansible</vt:lpstr>
      <vt:lpstr>Webanwendung</vt:lpstr>
      <vt:lpstr>Docker</vt:lpstr>
      <vt:lpstr>Live-Demo</vt:lpstr>
      <vt:lpstr>Fazit und Ausblick</vt:lpstr>
      <vt:lpstr>Vielen Dank für eure Aufmerksamkeit!  Habt ihr noch Fragen?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Baßmann</dc:creator>
  <cp:lastModifiedBy>Tim Baßmann</cp:lastModifiedBy>
  <cp:revision>54</cp:revision>
  <dcterms:created xsi:type="dcterms:W3CDTF">2025-04-09T09:43:42Z</dcterms:created>
  <dcterms:modified xsi:type="dcterms:W3CDTF">2025-04-14T09:08:53Z</dcterms:modified>
</cp:coreProperties>
</file>